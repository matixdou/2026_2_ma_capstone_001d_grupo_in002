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 bookmarkIdSeed="7">
  <p:sldMasterIdLst>
    <p:sldMasterId id="2147483676" r:id="rId4"/>
  </p:sldMasterIdLst>
  <p:notesMasterIdLst>
    <p:notesMasterId r:id="rId22"/>
  </p:notesMasterIdLst>
  <p:sldIdLst>
    <p:sldId id="256" r:id="rId5"/>
    <p:sldId id="594" r:id="rId6"/>
    <p:sldId id="602" r:id="rId7"/>
    <p:sldId id="595" r:id="rId8"/>
    <p:sldId id="603" r:id="rId9"/>
    <p:sldId id="597" r:id="rId10"/>
    <p:sldId id="604" r:id="rId11"/>
    <p:sldId id="598" r:id="rId12"/>
    <p:sldId id="605" r:id="rId13"/>
    <p:sldId id="599" r:id="rId14"/>
    <p:sldId id="606" r:id="rId15"/>
    <p:sldId id="600" r:id="rId16"/>
    <p:sldId id="607" r:id="rId17"/>
    <p:sldId id="609" r:id="rId18"/>
    <p:sldId id="601" r:id="rId19"/>
    <p:sldId id="608" r:id="rId20"/>
    <p:sldId id="348" r:id="rId21"/>
  </p:sldIdLst>
  <p:sldSz cx="9144000" cy="6858000" type="screen4x3"/>
  <p:notesSz cx="6858000" cy="9144000"/>
  <p:embeddedFontLst>
    <p:embeddedFont>
      <p:font typeface="Bebas Neue" panose="020B0606020202050201" pitchFamily="34" charset="0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ctor Rodrigo Galaz Silva" initials="VRGS" lastIdx="1" clrIdx="0">
    <p:extLst>
      <p:ext uri="{19B8F6BF-5375-455C-9EA6-DF929625EA0E}">
        <p15:presenceInfo xmlns:p15="http://schemas.microsoft.com/office/powerpoint/2012/main" userId="Victor Rodrigo Galaz Silv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DCC059-F2C3-B2AE-4816-F841E1417226}" v="151" dt="2026-08-31T17:35:59.814"/>
    <p1510:client id="{5434622A-6B3B-A4B0-5174-93B6F519A89A}" v="1256" dt="2026-08-31T16:12:55.6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26" autoAdjust="0"/>
    <p:restoredTop sz="94608"/>
  </p:normalViewPr>
  <p:slideViewPr>
    <p:cSldViewPr snapToGrid="0" snapToObjects="1">
      <p:cViewPr varScale="1">
        <p:scale>
          <a:sx n="79" d="100"/>
          <a:sy n="79" d="100"/>
        </p:scale>
        <p:origin x="1488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IAS ANDRES CASTAÑEDA RECABARREN" userId="S::m.castaneda@duocuc.cl::574571e4-e121-41b1-8e08-e5b8e0bbb864" providerId="AD" clId="Web-{5434622A-6B3B-A4B0-5174-93B6F519A89A}"/>
    <pc:docChg chg="addSld delSld modSld">
      <pc:chgData name="MATIAS ANDRES CASTAÑEDA RECABARREN" userId="S::m.castaneda@duocuc.cl::574571e4-e121-41b1-8e08-e5b8e0bbb864" providerId="AD" clId="Web-{5434622A-6B3B-A4B0-5174-93B6F519A89A}" dt="2026-08-31T16:12:46.953" v="1025" actId="1076"/>
      <pc:docMkLst>
        <pc:docMk/>
      </pc:docMkLst>
      <pc:sldChg chg="modSp">
        <pc:chgData name="MATIAS ANDRES CASTAÑEDA RECABARREN" userId="S::m.castaneda@duocuc.cl::574571e4-e121-41b1-8e08-e5b8e0bbb864" providerId="AD" clId="Web-{5434622A-6B3B-A4B0-5174-93B6F519A89A}" dt="2026-08-31T13:40:43.767" v="23" actId="20577"/>
        <pc:sldMkLst>
          <pc:docMk/>
          <pc:sldMk cId="0" sldId="256"/>
        </pc:sldMkLst>
        <pc:spChg chg="mod">
          <ac:chgData name="MATIAS ANDRES CASTAÑEDA RECABARREN" userId="S::m.castaneda@duocuc.cl::574571e4-e121-41b1-8e08-e5b8e0bbb864" providerId="AD" clId="Web-{5434622A-6B3B-A4B0-5174-93B6F519A89A}" dt="2026-08-31T13:40:43.767" v="23" actId="20577"/>
          <ac:spMkLst>
            <pc:docMk/>
            <pc:sldMk cId="0" sldId="256"/>
            <ac:spMk id="212" creationId="{00000000-0000-0000-0000-000000000000}"/>
          </ac:spMkLst>
        </pc:spChg>
      </pc:sldChg>
      <pc:sldChg chg="addSp delSp modSp">
        <pc:chgData name="MATIAS ANDRES CASTAÑEDA RECABARREN" userId="S::m.castaneda@duocuc.cl::574571e4-e121-41b1-8e08-e5b8e0bbb864" providerId="AD" clId="Web-{5434622A-6B3B-A4B0-5174-93B6F519A89A}" dt="2026-08-31T15:07:32.938" v="352" actId="1076"/>
        <pc:sldMkLst>
          <pc:docMk/>
          <pc:sldMk cId="1041540313" sldId="602"/>
        </pc:sldMkLst>
        <pc:spChg chg="add mod">
          <ac:chgData name="MATIAS ANDRES CASTAÑEDA RECABARREN" userId="S::m.castaneda@duocuc.cl::574571e4-e121-41b1-8e08-e5b8e0bbb864" providerId="AD" clId="Web-{5434622A-6B3B-A4B0-5174-93B6F519A89A}" dt="2026-08-31T14:52:52.351" v="288" actId="1076"/>
          <ac:spMkLst>
            <pc:docMk/>
            <pc:sldMk cId="1041540313" sldId="602"/>
            <ac:spMk id="3" creationId="{2B413FEF-F3CF-C604-AFB7-2DA4C46BC9A8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4:52:45.648" v="287" actId="1076"/>
          <ac:spMkLst>
            <pc:docMk/>
            <pc:sldMk cId="1041540313" sldId="602"/>
            <ac:spMk id="4" creationId="{7AB5AF06-CEE5-8299-D504-630BF5052ABA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07:21.250" v="334"/>
          <ac:spMkLst>
            <pc:docMk/>
            <pc:sldMk cId="1041540313" sldId="602"/>
            <ac:spMk id="5" creationId="{FD8024D7-1996-EF39-CFF8-EB372E020769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07:29.469" v="344" actId="1076"/>
          <ac:spMkLst>
            <pc:docMk/>
            <pc:sldMk cId="1041540313" sldId="602"/>
            <ac:spMk id="6" creationId="{C5971F0B-939B-6B04-3395-2039BCC80E43}"/>
          </ac:spMkLst>
        </pc:spChg>
        <pc:spChg chg="add del mod">
          <ac:chgData name="MATIAS ANDRES CASTAÑEDA RECABARREN" userId="S::m.castaneda@duocuc.cl::574571e4-e121-41b1-8e08-e5b8e0bbb864" providerId="AD" clId="Web-{5434622A-6B3B-A4B0-5174-93B6F519A89A}" dt="2026-08-31T14:41:48.114" v="49"/>
          <ac:spMkLst>
            <pc:docMk/>
            <pc:sldMk cId="1041540313" sldId="602"/>
            <ac:spMk id="7" creationId="{C28B5FF9-A532-FC64-C091-29259197EF15}"/>
          </ac:spMkLst>
        </pc:spChg>
        <pc:spChg chg="add del mod">
          <ac:chgData name="MATIAS ANDRES CASTAÑEDA RECABARREN" userId="S::m.castaneda@duocuc.cl::574571e4-e121-41b1-8e08-e5b8e0bbb864" providerId="AD" clId="Web-{5434622A-6B3B-A4B0-5174-93B6F519A89A}" dt="2026-08-31T14:44:53.869" v="108"/>
          <ac:spMkLst>
            <pc:docMk/>
            <pc:sldMk cId="1041540313" sldId="602"/>
            <ac:spMk id="8" creationId="{760C8338-072D-0F57-8C4F-2ED55ADFF609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07:21.266" v="336"/>
          <ac:spMkLst>
            <pc:docMk/>
            <pc:sldMk cId="1041540313" sldId="602"/>
            <ac:spMk id="9" creationId="{85FA532C-D5F4-4C30-DB93-FD7476ADBBDB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07:32.876" v="349" actId="1076"/>
          <ac:spMkLst>
            <pc:docMk/>
            <pc:sldMk cId="1041540313" sldId="602"/>
            <ac:spMk id="10" creationId="{8F29056A-EA25-D0B7-D038-0CA270935F96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07:21.266" v="338"/>
          <ac:spMkLst>
            <pc:docMk/>
            <pc:sldMk cId="1041540313" sldId="602"/>
            <ac:spMk id="11" creationId="{C8D46858-0855-AE4D-0EAF-B4C1B3D0481D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07:32.891" v="350" actId="1076"/>
          <ac:spMkLst>
            <pc:docMk/>
            <pc:sldMk cId="1041540313" sldId="602"/>
            <ac:spMk id="12" creationId="{1104C141-6C3B-3CA1-E7FB-542D3D063531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07:21.266" v="340"/>
          <ac:spMkLst>
            <pc:docMk/>
            <pc:sldMk cId="1041540313" sldId="602"/>
            <ac:spMk id="13" creationId="{CD99A21F-F1B0-20C2-EBF6-A52FF5340079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07:32.922" v="351" actId="1076"/>
          <ac:spMkLst>
            <pc:docMk/>
            <pc:sldMk cId="1041540313" sldId="602"/>
            <ac:spMk id="14" creationId="{5681264C-264A-5C88-1E95-BD687F4C4C4E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07:21.266" v="342"/>
          <ac:spMkLst>
            <pc:docMk/>
            <pc:sldMk cId="1041540313" sldId="602"/>
            <ac:spMk id="15" creationId="{549EECFC-9B98-1468-E45A-943C2D149FE3}"/>
          </ac:spMkLst>
        </pc:spChg>
        <pc:spChg chg="add del mod">
          <ac:chgData name="MATIAS ANDRES CASTAÑEDA RECABARREN" userId="S::m.castaneda@duocuc.cl::574571e4-e121-41b1-8e08-e5b8e0bbb864" providerId="AD" clId="Web-{5434622A-6B3B-A4B0-5174-93B6F519A89A}" dt="2026-08-31T15:07:32.938" v="352" actId="1076"/>
          <ac:spMkLst>
            <pc:docMk/>
            <pc:sldMk cId="1041540313" sldId="602"/>
            <ac:spMk id="16" creationId="{1701070D-B71B-74A5-9F05-3496E6B8CAEC}"/>
          </ac:spMkLst>
        </pc:spChg>
      </pc:sldChg>
      <pc:sldChg chg="addSp modSp">
        <pc:chgData name="MATIAS ANDRES CASTAÑEDA RECABARREN" userId="S::m.castaneda@duocuc.cl::574571e4-e121-41b1-8e08-e5b8e0bbb864" providerId="AD" clId="Web-{5434622A-6B3B-A4B0-5174-93B6F519A89A}" dt="2026-08-31T16:01:04.715" v="997" actId="1076"/>
        <pc:sldMkLst>
          <pc:docMk/>
          <pc:sldMk cId="3767601761" sldId="603"/>
        </pc:sldMkLst>
        <pc:spChg chg="add mod">
          <ac:chgData name="MATIAS ANDRES CASTAÑEDA RECABARREN" userId="S::m.castaneda@duocuc.cl::574571e4-e121-41b1-8e08-e5b8e0bbb864" providerId="AD" clId="Web-{5434622A-6B3B-A4B0-5174-93B6F519A89A}" dt="2026-08-31T15:08:08.298" v="353" actId="1076"/>
          <ac:spMkLst>
            <pc:docMk/>
            <pc:sldMk cId="3767601761" sldId="603"/>
            <ac:spMk id="3" creationId="{E9794D45-0BBC-52C9-BE06-EF5F98476239}"/>
          </ac:spMkLst>
        </pc:spChg>
        <pc:spChg chg="add">
          <ac:chgData name="MATIAS ANDRES CASTAÑEDA RECABARREN" userId="S::m.castaneda@duocuc.cl::574571e4-e121-41b1-8e08-e5b8e0bbb864" providerId="AD" clId="Web-{5434622A-6B3B-A4B0-5174-93B6F519A89A}" dt="2026-08-31T15:06:38.890" v="299"/>
          <ac:spMkLst>
            <pc:docMk/>
            <pc:sldMk cId="3767601761" sldId="603"/>
            <ac:spMk id="4" creationId="{2DFBABF2-8452-6008-B67F-B84785F4682B}"/>
          </ac:spMkLst>
        </pc:spChg>
        <pc:spChg chg="add">
          <ac:chgData name="MATIAS ANDRES CASTAÑEDA RECABARREN" userId="S::m.castaneda@duocuc.cl::574571e4-e121-41b1-8e08-e5b8e0bbb864" providerId="AD" clId="Web-{5434622A-6B3B-A4B0-5174-93B6F519A89A}" dt="2026-08-31T15:06:38.890" v="299"/>
          <ac:spMkLst>
            <pc:docMk/>
            <pc:sldMk cId="3767601761" sldId="603"/>
            <ac:spMk id="5" creationId="{A69FB5DE-1DC2-371D-0E05-5AFAAA5AA70B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59:22.243" v="986" actId="1076"/>
          <ac:spMkLst>
            <pc:docMk/>
            <pc:sldMk cId="3767601761" sldId="603"/>
            <ac:spMk id="6" creationId="{F90CA1D1-BDB6-F282-CBDB-83B569B71A17}"/>
          </ac:spMkLst>
        </pc:spChg>
        <pc:spChg chg="add">
          <ac:chgData name="MATIAS ANDRES CASTAÑEDA RECABARREN" userId="S::m.castaneda@duocuc.cl::574571e4-e121-41b1-8e08-e5b8e0bbb864" providerId="AD" clId="Web-{5434622A-6B3B-A4B0-5174-93B6F519A89A}" dt="2026-08-31T15:06:38.890" v="299"/>
          <ac:spMkLst>
            <pc:docMk/>
            <pc:sldMk cId="3767601761" sldId="603"/>
            <ac:spMk id="7" creationId="{4B29EA27-2956-CAC4-9A5B-16DEFB375460}"/>
          </ac:spMkLst>
        </pc:spChg>
        <pc:spChg chg="add">
          <ac:chgData name="MATIAS ANDRES CASTAÑEDA RECABARREN" userId="S::m.castaneda@duocuc.cl::574571e4-e121-41b1-8e08-e5b8e0bbb864" providerId="AD" clId="Web-{5434622A-6B3B-A4B0-5174-93B6F519A89A}" dt="2026-08-31T15:06:38.890" v="299"/>
          <ac:spMkLst>
            <pc:docMk/>
            <pc:sldMk cId="3767601761" sldId="603"/>
            <ac:spMk id="9" creationId="{52A39C7B-9311-721C-AF6A-9F14971489E8}"/>
          </ac:spMkLst>
        </pc:spChg>
        <pc:spChg chg="add">
          <ac:chgData name="MATIAS ANDRES CASTAÑEDA RECABARREN" userId="S::m.castaneda@duocuc.cl::574571e4-e121-41b1-8e08-e5b8e0bbb864" providerId="AD" clId="Web-{5434622A-6B3B-A4B0-5174-93B6F519A89A}" dt="2026-08-31T15:06:38.890" v="299"/>
          <ac:spMkLst>
            <pc:docMk/>
            <pc:sldMk cId="3767601761" sldId="603"/>
            <ac:spMk id="10" creationId="{8DBA1335-7073-9046-A09D-8001D2BC0129}"/>
          </ac:spMkLst>
        </pc:spChg>
        <pc:spChg chg="add">
          <ac:chgData name="MATIAS ANDRES CASTAÑEDA RECABARREN" userId="S::m.castaneda@duocuc.cl::574571e4-e121-41b1-8e08-e5b8e0bbb864" providerId="AD" clId="Web-{5434622A-6B3B-A4B0-5174-93B6F519A89A}" dt="2026-08-31T15:06:38.890" v="299"/>
          <ac:spMkLst>
            <pc:docMk/>
            <pc:sldMk cId="3767601761" sldId="603"/>
            <ac:spMk id="11" creationId="{1EC210D7-0B01-5F53-BBFC-4B179B8AB95E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6:00:35.276" v="996" actId="1076"/>
          <ac:spMkLst>
            <pc:docMk/>
            <pc:sldMk cId="3767601761" sldId="603"/>
            <ac:spMk id="12" creationId="{899EE3C9-E328-E72F-4EF0-8758A391AFC7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6:01:04.715" v="997" actId="1076"/>
          <ac:spMkLst>
            <pc:docMk/>
            <pc:sldMk cId="3767601761" sldId="603"/>
            <ac:spMk id="13" creationId="{763B6E21-D774-5FEC-B0B5-727A3B8ABDCF}"/>
          </ac:spMkLst>
        </pc:spChg>
      </pc:sldChg>
      <pc:sldChg chg="addSp delSp modSp">
        <pc:chgData name="MATIAS ANDRES CASTAÑEDA RECABARREN" userId="S::m.castaneda@duocuc.cl::574571e4-e121-41b1-8e08-e5b8e0bbb864" providerId="AD" clId="Web-{5434622A-6B3B-A4B0-5174-93B6F519A89A}" dt="2026-08-31T15:25:29.687" v="445" actId="20577"/>
        <pc:sldMkLst>
          <pc:docMk/>
          <pc:sldMk cId="3264995317" sldId="604"/>
        </pc:sldMkLst>
        <pc:spChg chg="add del">
          <ac:chgData name="MATIAS ANDRES CASTAÑEDA RECABARREN" userId="S::m.castaneda@duocuc.cl::574571e4-e121-41b1-8e08-e5b8e0bbb864" providerId="AD" clId="Web-{5434622A-6B3B-A4B0-5174-93B6F519A89A}" dt="2026-08-31T15:08:41.784" v="355"/>
          <ac:spMkLst>
            <pc:docMk/>
            <pc:sldMk cId="3264995317" sldId="604"/>
            <ac:spMk id="3" creationId="{0CEC2D1F-33B0-E7E2-FDC3-3C42E8736BDB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18:09.831" v="415" actId="1076"/>
          <ac:spMkLst>
            <pc:docMk/>
            <pc:sldMk cId="3264995317" sldId="604"/>
            <ac:spMk id="4" creationId="{592E3C44-FD27-0ECE-094D-A93FF48E3921}"/>
          </ac:spMkLst>
        </pc:spChg>
        <pc:spChg chg="add del mod">
          <ac:chgData name="MATIAS ANDRES CASTAÑEDA RECABARREN" userId="S::m.castaneda@duocuc.cl::574571e4-e121-41b1-8e08-e5b8e0bbb864" providerId="AD" clId="Web-{5434622A-6B3B-A4B0-5174-93B6F519A89A}" dt="2026-08-31T15:09:09.113" v="368"/>
          <ac:spMkLst>
            <pc:docMk/>
            <pc:sldMk cId="3264995317" sldId="604"/>
            <ac:spMk id="5" creationId="{0E51897D-4A54-86CA-7AD8-F3C9E8B168BE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18:09.846" v="416" actId="1076"/>
          <ac:spMkLst>
            <pc:docMk/>
            <pc:sldMk cId="3264995317" sldId="604"/>
            <ac:spMk id="6" creationId="{1F7A63EE-0C04-C68F-2917-855E01A576C3}"/>
          </ac:spMkLst>
        </pc:spChg>
        <pc:spChg chg="mod">
          <ac:chgData name="MATIAS ANDRES CASTAÑEDA RECABARREN" userId="S::m.castaneda@duocuc.cl::574571e4-e121-41b1-8e08-e5b8e0bbb864" providerId="AD" clId="Web-{5434622A-6B3B-A4B0-5174-93B6F519A89A}" dt="2026-08-31T15:18:09.862" v="417" actId="1076"/>
          <ac:spMkLst>
            <pc:docMk/>
            <pc:sldMk cId="3264995317" sldId="604"/>
            <ac:spMk id="7" creationId="{15192043-DB62-2AF1-F22F-E297C8DEBB5E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18:09.878" v="418" actId="1076"/>
          <ac:spMkLst>
            <pc:docMk/>
            <pc:sldMk cId="3264995317" sldId="604"/>
            <ac:spMk id="8" creationId="{124DF9E6-2EC7-DF73-BB32-5338DE4FD80A}"/>
          </ac:spMkLst>
        </pc:spChg>
        <pc:spChg chg="del mod">
          <ac:chgData name="MATIAS ANDRES CASTAÑEDA RECABARREN" userId="S::m.castaneda@duocuc.cl::574571e4-e121-41b1-8e08-e5b8e0bbb864" providerId="AD" clId="Web-{5434622A-6B3B-A4B0-5174-93B6F519A89A}" dt="2026-08-31T15:09:10.347" v="369"/>
          <ac:spMkLst>
            <pc:docMk/>
            <pc:sldMk cId="3264995317" sldId="604"/>
            <ac:spMk id="9" creationId="{CBD38E4D-48B3-0C60-76AB-4F49FB9CCDD0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18:09.893" v="419" actId="1076"/>
          <ac:spMkLst>
            <pc:docMk/>
            <pc:sldMk cId="3264995317" sldId="604"/>
            <ac:spMk id="10" creationId="{E160FE25-CA46-3C23-11AE-259D97CE0930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18:09.909" v="420" actId="1076"/>
          <ac:spMkLst>
            <pc:docMk/>
            <pc:sldMk cId="3264995317" sldId="604"/>
            <ac:spMk id="11" creationId="{0DC57C0D-2EF3-EF25-70EA-51787D5776FF}"/>
          </ac:spMkLst>
        </pc:spChg>
        <pc:spChg chg="mod">
          <ac:chgData name="MATIAS ANDRES CASTAÑEDA RECABARREN" userId="S::m.castaneda@duocuc.cl::574571e4-e121-41b1-8e08-e5b8e0bbb864" providerId="AD" clId="Web-{5434622A-6B3B-A4B0-5174-93B6F519A89A}" dt="2026-08-31T15:18:09.940" v="421" actId="1076"/>
          <ac:spMkLst>
            <pc:docMk/>
            <pc:sldMk cId="3264995317" sldId="604"/>
            <ac:spMk id="12" creationId="{D7B7C057-A072-C27B-EA6A-911B103628BB}"/>
          </ac:spMkLst>
        </pc:spChg>
        <pc:spChg chg="add del mod">
          <ac:chgData name="MATIAS ANDRES CASTAÑEDA RECABARREN" userId="S::m.castaneda@duocuc.cl::574571e4-e121-41b1-8e08-e5b8e0bbb864" providerId="AD" clId="Web-{5434622A-6B3B-A4B0-5174-93B6F519A89A}" dt="2026-08-31T15:09:11.300" v="370"/>
          <ac:spMkLst>
            <pc:docMk/>
            <pc:sldMk cId="3264995317" sldId="604"/>
            <ac:spMk id="13" creationId="{09C56C55-442F-50F2-AF2C-036A1C16CBC1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18:09.940" v="422" actId="1076"/>
          <ac:spMkLst>
            <pc:docMk/>
            <pc:sldMk cId="3264995317" sldId="604"/>
            <ac:spMk id="14" creationId="{67381C30-8E58-6947-9A72-6BDC566B0893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18:09.971" v="423" actId="1076"/>
          <ac:spMkLst>
            <pc:docMk/>
            <pc:sldMk cId="3264995317" sldId="604"/>
            <ac:spMk id="15" creationId="{A512379F-3A23-7A6B-F642-483B74DD08F2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18:01.190" v="414" actId="1076"/>
          <ac:spMkLst>
            <pc:docMk/>
            <pc:sldMk cId="3264995317" sldId="604"/>
            <ac:spMk id="16" creationId="{7EB706D4-8D9A-A8F9-2610-A346FC9798CE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25:29.687" v="445" actId="20577"/>
          <ac:spMkLst>
            <pc:docMk/>
            <pc:sldMk cId="3264995317" sldId="604"/>
            <ac:spMk id="17" creationId="{238962D3-2AEE-3493-EE9F-7C65CA48C327}"/>
          </ac:spMkLst>
        </pc:spChg>
        <pc:cxnChg chg="add mod">
          <ac:chgData name="MATIAS ANDRES CASTAÑEDA RECABARREN" userId="S::m.castaneda@duocuc.cl::574571e4-e121-41b1-8e08-e5b8e0bbb864" providerId="AD" clId="Web-{5434622A-6B3B-A4B0-5174-93B6F519A89A}" dt="2026-08-31T15:20:28.007" v="433" actId="1076"/>
          <ac:cxnSpMkLst>
            <pc:docMk/>
            <pc:sldMk cId="3264995317" sldId="604"/>
            <ac:cxnSpMk id="18" creationId="{F6C2A94C-40F7-334E-5AFB-735265A255BD}"/>
          </ac:cxnSpMkLst>
        </pc:cxnChg>
      </pc:sldChg>
      <pc:sldChg chg="addSp modSp">
        <pc:chgData name="MATIAS ANDRES CASTAÑEDA RECABARREN" userId="S::m.castaneda@duocuc.cl::574571e4-e121-41b1-8e08-e5b8e0bbb864" providerId="AD" clId="Web-{5434622A-6B3B-A4B0-5174-93B6F519A89A}" dt="2026-08-31T15:29:42.131" v="494" actId="20577"/>
        <pc:sldMkLst>
          <pc:docMk/>
          <pc:sldMk cId="2227951222" sldId="605"/>
        </pc:sldMkLst>
        <pc:spChg chg="add mod">
          <ac:chgData name="MATIAS ANDRES CASTAÑEDA RECABARREN" userId="S::m.castaneda@duocuc.cl::574571e4-e121-41b1-8e08-e5b8e0bbb864" providerId="AD" clId="Web-{5434622A-6B3B-A4B0-5174-93B6F519A89A}" dt="2026-08-31T15:26:30.048" v="452" actId="14100"/>
          <ac:spMkLst>
            <pc:docMk/>
            <pc:sldMk cId="2227951222" sldId="605"/>
            <ac:spMk id="4" creationId="{FEB7F06F-7A49-4E2B-08EB-01076DF6E708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26:53.064" v="469" actId="20577"/>
          <ac:spMkLst>
            <pc:docMk/>
            <pc:sldMk cId="2227951222" sldId="605"/>
            <ac:spMk id="6" creationId="{FB38CBF6-3A7B-06A6-B1FA-1DBEA186EB4F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27:20.705" v="470" actId="20577"/>
          <ac:spMkLst>
            <pc:docMk/>
            <pc:sldMk cId="2227951222" sldId="605"/>
            <ac:spMk id="8" creationId="{63416113-D7E2-B3CC-DF96-0B271B291FB6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29:36.303" v="491" actId="1076"/>
          <ac:spMkLst>
            <pc:docMk/>
            <pc:sldMk cId="2227951222" sldId="605"/>
            <ac:spMk id="9" creationId="{9C9CEDA7-84C4-21D6-0969-37C387BF3601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29:42.131" v="494" actId="20577"/>
          <ac:spMkLst>
            <pc:docMk/>
            <pc:sldMk cId="2227951222" sldId="605"/>
            <ac:spMk id="10" creationId="{78C64C26-3DC5-3969-7254-C3D44E6AD642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29:36.350" v="493" actId="1076"/>
          <ac:spMkLst>
            <pc:docMk/>
            <pc:sldMk cId="2227951222" sldId="605"/>
            <ac:spMk id="11" creationId="{E9C9EA06-B0BF-5CD6-1185-317F7B89B284}"/>
          </ac:spMkLst>
        </pc:spChg>
      </pc:sldChg>
      <pc:sldChg chg="addSp delSp modSp">
        <pc:chgData name="MATIAS ANDRES CASTAÑEDA RECABARREN" userId="S::m.castaneda@duocuc.cl::574571e4-e121-41b1-8e08-e5b8e0bbb864" providerId="AD" clId="Web-{5434622A-6B3B-A4B0-5174-93B6F519A89A}" dt="2026-08-31T15:42:04.995" v="674" actId="1076"/>
        <pc:sldMkLst>
          <pc:docMk/>
          <pc:sldMk cId="2729479372" sldId="606"/>
        </pc:sldMkLst>
        <pc:spChg chg="del">
          <ac:chgData name="MATIAS ANDRES CASTAÑEDA RECABARREN" userId="S::m.castaneda@duocuc.cl::574571e4-e121-41b1-8e08-e5b8e0bbb864" providerId="AD" clId="Web-{5434622A-6B3B-A4B0-5174-93B6F519A89A}" dt="2026-08-31T15:31:12.790" v="497"/>
          <ac:spMkLst>
            <pc:docMk/>
            <pc:sldMk cId="2729479372" sldId="606"/>
            <ac:spMk id="3" creationId="{48089B29-3365-EC14-3DAC-B9CF3E51725A}"/>
          </ac:spMkLst>
        </pc:spChg>
        <pc:spChg chg="add del">
          <ac:chgData name="MATIAS ANDRES CASTAÑEDA RECABARREN" userId="S::m.castaneda@duocuc.cl::574571e4-e121-41b1-8e08-e5b8e0bbb864" providerId="AD" clId="Web-{5434622A-6B3B-A4B0-5174-93B6F519A89A}" dt="2026-08-31T15:31:08.759" v="496"/>
          <ac:spMkLst>
            <pc:docMk/>
            <pc:sldMk cId="2729479372" sldId="606"/>
            <ac:spMk id="4" creationId="{27BCF042-842F-A1D9-D304-0CD352EFE7B3}"/>
          </ac:spMkLst>
        </pc:spChg>
        <pc:spChg chg="mod">
          <ac:chgData name="MATIAS ANDRES CASTAÑEDA RECABARREN" userId="S::m.castaneda@duocuc.cl::574571e4-e121-41b1-8e08-e5b8e0bbb864" providerId="AD" clId="Web-{5434622A-6B3B-A4B0-5174-93B6F519A89A}" dt="2026-08-31T15:33:42.544" v="568" actId="14100"/>
          <ac:spMkLst>
            <pc:docMk/>
            <pc:sldMk cId="2729479372" sldId="606"/>
            <ac:spMk id="5" creationId="{63EF2057-45C3-86E7-6BEC-CCB3089ADCEE}"/>
          </ac:spMkLst>
        </pc:spChg>
        <pc:spChg chg="add del">
          <ac:chgData name="MATIAS ANDRES CASTAÑEDA RECABARREN" userId="S::m.castaneda@duocuc.cl::574571e4-e121-41b1-8e08-e5b8e0bbb864" providerId="AD" clId="Web-{5434622A-6B3B-A4B0-5174-93B6F519A89A}" dt="2026-08-31T15:31:16.212" v="498"/>
          <ac:spMkLst>
            <pc:docMk/>
            <pc:sldMk cId="2729479372" sldId="606"/>
            <ac:spMk id="6" creationId="{339E3613-4C73-E375-4B5F-CB4FF9A50DA5}"/>
          </ac:spMkLst>
        </pc:spChg>
        <pc:spChg chg="mod">
          <ac:chgData name="MATIAS ANDRES CASTAÑEDA RECABARREN" userId="S::m.castaneda@duocuc.cl::574571e4-e121-41b1-8e08-e5b8e0bbb864" providerId="AD" clId="Web-{5434622A-6B3B-A4B0-5174-93B6F519A89A}" dt="2026-08-31T15:32:07.901" v="538" actId="1076"/>
          <ac:spMkLst>
            <pc:docMk/>
            <pc:sldMk cId="2729479372" sldId="606"/>
            <ac:spMk id="7" creationId="{3837643A-3238-B27C-619B-3D1A84ED40CE}"/>
          </ac:spMkLst>
        </pc:spChg>
        <pc:spChg chg="mod">
          <ac:chgData name="MATIAS ANDRES CASTAÑEDA RECABARREN" userId="S::m.castaneda@duocuc.cl::574571e4-e121-41b1-8e08-e5b8e0bbb864" providerId="AD" clId="Web-{5434622A-6B3B-A4B0-5174-93B6F519A89A}" dt="2026-08-31T15:33:16.168" v="561" actId="14100"/>
          <ac:spMkLst>
            <pc:docMk/>
            <pc:sldMk cId="2729479372" sldId="606"/>
            <ac:spMk id="8" creationId="{161240F7-581F-0AAD-177B-F2A51BDAB4BB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33:42.576" v="569" actId="14100"/>
          <ac:spMkLst>
            <pc:docMk/>
            <pc:sldMk cId="2729479372" sldId="606"/>
            <ac:spMk id="9" creationId="{C61E9617-A070-531B-BB57-804937ECFA4A}"/>
          </ac:spMkLst>
        </pc:spChg>
        <pc:spChg chg="add del">
          <ac:chgData name="MATIAS ANDRES CASTAÑEDA RECABARREN" userId="S::m.castaneda@duocuc.cl::574571e4-e121-41b1-8e08-e5b8e0bbb864" providerId="AD" clId="Web-{5434622A-6B3B-A4B0-5174-93B6F519A89A}" dt="2026-08-31T15:31:17.853" v="499"/>
          <ac:spMkLst>
            <pc:docMk/>
            <pc:sldMk cId="2729479372" sldId="606"/>
            <ac:spMk id="10" creationId="{B929B3C6-9696-6C0C-E0EC-12E708B135D6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32:07.917" v="539" actId="1076"/>
          <ac:spMkLst>
            <pc:docMk/>
            <pc:sldMk cId="2729479372" sldId="606"/>
            <ac:spMk id="11" creationId="{6F5B42F9-4695-7DED-7BAC-9E6EE0144A4E}"/>
          </ac:spMkLst>
        </pc:spChg>
        <pc:spChg chg="mod">
          <ac:chgData name="MATIAS ANDRES CASTAÑEDA RECABARREN" userId="S::m.castaneda@duocuc.cl::574571e4-e121-41b1-8e08-e5b8e0bbb864" providerId="AD" clId="Web-{5434622A-6B3B-A4B0-5174-93B6F519A89A}" dt="2026-08-31T15:33:49.732" v="573" actId="1076"/>
          <ac:spMkLst>
            <pc:docMk/>
            <pc:sldMk cId="2729479372" sldId="606"/>
            <ac:spMk id="12" creationId="{C704CFA6-C77D-B3D3-2014-3D9C3272F7F0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33:42.591" v="570" actId="14100"/>
          <ac:spMkLst>
            <pc:docMk/>
            <pc:sldMk cId="2729479372" sldId="606"/>
            <ac:spMk id="13" creationId="{0CA1139B-2DEB-FF5A-4B88-5670014ACABB}"/>
          </ac:spMkLst>
        </pc:spChg>
        <pc:spChg chg="del">
          <ac:chgData name="MATIAS ANDRES CASTAÑEDA RECABARREN" userId="S::m.castaneda@duocuc.cl::574571e4-e121-41b1-8e08-e5b8e0bbb864" providerId="AD" clId="Web-{5434622A-6B3B-A4B0-5174-93B6F519A89A}" dt="2026-08-31T15:31:19.009" v="500"/>
          <ac:spMkLst>
            <pc:docMk/>
            <pc:sldMk cId="2729479372" sldId="606"/>
            <ac:spMk id="14" creationId="{21186CF9-BBBF-7ABD-A726-87FA577AA65E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32:07.932" v="540" actId="1076"/>
          <ac:spMkLst>
            <pc:docMk/>
            <pc:sldMk cId="2729479372" sldId="606"/>
            <ac:spMk id="15" creationId="{EAB9DBD5-5EB1-0E80-7A0B-663003D72C1D}"/>
          </ac:spMkLst>
        </pc:spChg>
        <pc:spChg chg="mod">
          <ac:chgData name="MATIAS ANDRES CASTAÑEDA RECABARREN" userId="S::m.castaneda@duocuc.cl::574571e4-e121-41b1-8e08-e5b8e0bbb864" providerId="AD" clId="Web-{5434622A-6B3B-A4B0-5174-93B6F519A89A}" dt="2026-08-31T15:33:54.013" v="574" actId="1076"/>
          <ac:spMkLst>
            <pc:docMk/>
            <pc:sldMk cId="2729479372" sldId="606"/>
            <ac:spMk id="16" creationId="{1A28F962-F4B1-68F9-8EAB-96926EF42DE5}"/>
          </ac:spMkLst>
        </pc:spChg>
        <pc:spChg chg="mod">
          <ac:chgData name="MATIAS ANDRES CASTAÑEDA RECABARREN" userId="S::m.castaneda@duocuc.cl::574571e4-e121-41b1-8e08-e5b8e0bbb864" providerId="AD" clId="Web-{5434622A-6B3B-A4B0-5174-93B6F519A89A}" dt="2026-08-31T15:33:42.607" v="571" actId="14100"/>
          <ac:spMkLst>
            <pc:docMk/>
            <pc:sldMk cId="2729479372" sldId="606"/>
            <ac:spMk id="17" creationId="{CE02B7A0-C1F7-5C15-0E52-E6335ACB0A0D}"/>
          </ac:spMkLst>
        </pc:spChg>
        <pc:spChg chg="del">
          <ac:chgData name="MATIAS ANDRES CASTAÑEDA RECABARREN" userId="S::m.castaneda@duocuc.cl::574571e4-e121-41b1-8e08-e5b8e0bbb864" providerId="AD" clId="Web-{5434622A-6B3B-A4B0-5174-93B6F519A89A}" dt="2026-08-31T15:31:20.118" v="501"/>
          <ac:spMkLst>
            <pc:docMk/>
            <pc:sldMk cId="2729479372" sldId="606"/>
            <ac:spMk id="18" creationId="{E2E3D99D-6A19-884B-F989-3481F46243FD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32:07.948" v="541" actId="1076"/>
          <ac:spMkLst>
            <pc:docMk/>
            <pc:sldMk cId="2729479372" sldId="606"/>
            <ac:spMk id="19" creationId="{0982EDFC-0CC8-6CDB-F128-BF9C07BC3F6F}"/>
          </ac:spMkLst>
        </pc:spChg>
        <pc:spChg chg="mod">
          <ac:chgData name="MATIAS ANDRES CASTAÑEDA RECABARREN" userId="S::m.castaneda@duocuc.cl::574571e4-e121-41b1-8e08-e5b8e0bbb864" providerId="AD" clId="Web-{5434622A-6B3B-A4B0-5174-93B6F519A89A}" dt="2026-08-31T15:36:53.018" v="593" actId="20577"/>
          <ac:spMkLst>
            <pc:docMk/>
            <pc:sldMk cId="2729479372" sldId="606"/>
            <ac:spMk id="20" creationId="{E4BA846E-D275-445D-8BF1-FFE27EB895ED}"/>
          </ac:spMkLst>
        </pc:spChg>
        <pc:spChg chg="mod">
          <ac:chgData name="MATIAS ANDRES CASTAÑEDA RECABARREN" userId="S::m.castaneda@duocuc.cl::574571e4-e121-41b1-8e08-e5b8e0bbb864" providerId="AD" clId="Web-{5434622A-6B3B-A4B0-5174-93B6F519A89A}" dt="2026-08-31T15:33:42.622" v="572" actId="14100"/>
          <ac:spMkLst>
            <pc:docMk/>
            <pc:sldMk cId="2729479372" sldId="606"/>
            <ac:spMk id="21" creationId="{F7D71F58-F1B1-EF65-9ACF-3FF05BA8C2FA}"/>
          </ac:spMkLst>
        </pc:spChg>
        <pc:spChg chg="add del">
          <ac:chgData name="MATIAS ANDRES CASTAÑEDA RECABARREN" userId="S::m.castaneda@duocuc.cl::574571e4-e121-41b1-8e08-e5b8e0bbb864" providerId="AD" clId="Web-{5434622A-6B3B-A4B0-5174-93B6F519A89A}" dt="2026-08-31T15:31:22.040" v="502"/>
          <ac:spMkLst>
            <pc:docMk/>
            <pc:sldMk cId="2729479372" sldId="606"/>
            <ac:spMk id="22" creationId="{E2CE5EAA-7423-564D-1174-1FC24F65AACB}"/>
          </ac:spMkLst>
        </pc:spChg>
        <pc:spChg chg="mod">
          <ac:chgData name="MATIAS ANDRES CASTAÑEDA RECABARREN" userId="S::m.castaneda@duocuc.cl::574571e4-e121-41b1-8e08-e5b8e0bbb864" providerId="AD" clId="Web-{5434622A-6B3B-A4B0-5174-93B6F519A89A}" dt="2026-08-31T15:32:07.963" v="542" actId="1076"/>
          <ac:spMkLst>
            <pc:docMk/>
            <pc:sldMk cId="2729479372" sldId="606"/>
            <ac:spMk id="23" creationId="{9BBAAAB3-8B53-7C61-1356-8C3DE70B7A4C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37:57.739" v="623" actId="20577"/>
          <ac:spMkLst>
            <pc:docMk/>
            <pc:sldMk cId="2729479372" sldId="606"/>
            <ac:spMk id="24" creationId="{A59F1E3F-E3C1-A471-3BEB-E298AE09A24A}"/>
          </ac:spMkLst>
        </pc:spChg>
        <pc:spChg chg="mod">
          <ac:chgData name="MATIAS ANDRES CASTAÑEDA RECABARREN" userId="S::m.castaneda@duocuc.cl::574571e4-e121-41b1-8e08-e5b8e0bbb864" providerId="AD" clId="Web-{5434622A-6B3B-A4B0-5174-93B6F519A89A}" dt="2026-08-31T15:34:50.234" v="587" actId="20577"/>
          <ac:spMkLst>
            <pc:docMk/>
            <pc:sldMk cId="2729479372" sldId="606"/>
            <ac:spMk id="25" creationId="{9D067F73-5B49-5317-D0D8-780CEE281947}"/>
          </ac:spMkLst>
        </pc:spChg>
        <pc:spChg chg="mod">
          <ac:chgData name="MATIAS ANDRES CASTAÑEDA RECABARREN" userId="S::m.castaneda@duocuc.cl::574571e4-e121-41b1-8e08-e5b8e0bbb864" providerId="AD" clId="Web-{5434622A-6B3B-A4B0-5174-93B6F519A89A}" dt="2026-08-31T15:34:54.812" v="588" actId="1076"/>
          <ac:spMkLst>
            <pc:docMk/>
            <pc:sldMk cId="2729479372" sldId="606"/>
            <ac:spMk id="26" creationId="{9D0A49E1-C636-8C7B-6712-06F2415AF766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42:04.995" v="674" actId="1076"/>
          <ac:spMkLst>
            <pc:docMk/>
            <pc:sldMk cId="2729479372" sldId="606"/>
            <ac:spMk id="27" creationId="{403F8BEB-F59C-7A73-7ABA-51DB7874FC28}"/>
          </ac:spMkLst>
        </pc:spChg>
      </pc:sldChg>
      <pc:sldChg chg="addSp delSp modSp">
        <pc:chgData name="MATIAS ANDRES CASTAÑEDA RECABARREN" userId="S::m.castaneda@duocuc.cl::574571e4-e121-41b1-8e08-e5b8e0bbb864" providerId="AD" clId="Web-{5434622A-6B3B-A4B0-5174-93B6F519A89A}" dt="2026-08-31T16:10:56.966" v="1017"/>
        <pc:sldMkLst>
          <pc:docMk/>
          <pc:sldMk cId="507415965" sldId="607"/>
        </pc:sldMkLst>
        <pc:spChg chg="add del">
          <ac:chgData name="MATIAS ANDRES CASTAÑEDA RECABARREN" userId="S::m.castaneda@duocuc.cl::574571e4-e121-41b1-8e08-e5b8e0bbb864" providerId="AD" clId="Web-{5434622A-6B3B-A4B0-5174-93B6F519A89A}" dt="2026-08-31T15:43:13.091" v="676"/>
          <ac:spMkLst>
            <pc:docMk/>
            <pc:sldMk cId="507415965" sldId="607"/>
            <ac:spMk id="4" creationId="{9466B161-80B7-0EF6-0C64-51EBF059C6AA}"/>
          </ac:spMkLst>
        </pc:spChg>
        <pc:graphicFrameChg chg="add mod modGraphic">
          <ac:chgData name="MATIAS ANDRES CASTAÑEDA RECABARREN" userId="S::m.castaneda@duocuc.cl::574571e4-e121-41b1-8e08-e5b8e0bbb864" providerId="AD" clId="Web-{5434622A-6B3B-A4B0-5174-93B6F519A89A}" dt="2026-08-31T16:10:56.966" v="1017"/>
          <ac:graphicFrameMkLst>
            <pc:docMk/>
            <pc:sldMk cId="507415965" sldId="607"/>
            <ac:graphicFrameMk id="6" creationId="{6D876C1A-8A7B-28A3-92C9-0918CFD233B5}"/>
          </ac:graphicFrameMkLst>
        </pc:graphicFrameChg>
        <pc:graphicFrameChg chg="add del mod">
          <ac:chgData name="MATIAS ANDRES CASTAÑEDA RECABARREN" userId="S::m.castaneda@duocuc.cl::574571e4-e121-41b1-8e08-e5b8e0bbb864" providerId="AD" clId="Web-{5434622A-6B3B-A4B0-5174-93B6F519A89A}" dt="2026-08-31T15:45:35.157" v="816"/>
          <ac:graphicFrameMkLst>
            <pc:docMk/>
            <pc:sldMk cId="507415965" sldId="607"/>
            <ac:graphicFrameMk id="8" creationId="{68742F34-69A3-DA8B-2DEC-3DDF8251AB46}"/>
          </ac:graphicFrameMkLst>
        </pc:graphicFrameChg>
      </pc:sldChg>
      <pc:sldChg chg="addSp delSp modSp">
        <pc:chgData name="MATIAS ANDRES CASTAÑEDA RECABARREN" userId="S::m.castaneda@duocuc.cl::574571e4-e121-41b1-8e08-e5b8e0bbb864" providerId="AD" clId="Web-{5434622A-6B3B-A4B0-5174-93B6F519A89A}" dt="2026-08-31T15:55:32.346" v="965" actId="20577"/>
        <pc:sldMkLst>
          <pc:docMk/>
          <pc:sldMk cId="2682532844" sldId="608"/>
        </pc:sldMkLst>
        <pc:spChg chg="mod">
          <ac:chgData name="MATIAS ANDRES CASTAÑEDA RECABARREN" userId="S::m.castaneda@duocuc.cl::574571e4-e121-41b1-8e08-e5b8e0bbb864" providerId="AD" clId="Web-{5434622A-6B3B-A4B0-5174-93B6F519A89A}" dt="2026-08-31T15:52:47.810" v="941" actId="1076"/>
          <ac:spMkLst>
            <pc:docMk/>
            <pc:sldMk cId="2682532844" sldId="608"/>
            <ac:spMk id="3" creationId="{D46F969A-1968-29B3-B4ED-C721D91FB0F3}"/>
          </ac:spMkLst>
        </pc:spChg>
        <pc:spChg chg="del">
          <ac:chgData name="MATIAS ANDRES CASTAÑEDA RECABARREN" userId="S::m.castaneda@duocuc.cl::574571e4-e121-41b1-8e08-e5b8e0bbb864" providerId="AD" clId="Web-{5434622A-6B3B-A4B0-5174-93B6F519A89A}" dt="2026-08-31T15:52:33.560" v="937"/>
          <ac:spMkLst>
            <pc:docMk/>
            <pc:sldMk cId="2682532844" sldId="608"/>
            <ac:spMk id="4" creationId="{A165080C-FF51-AC75-FA0B-625C2F5A6D97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52:47.826" v="942" actId="1076"/>
          <ac:spMkLst>
            <pc:docMk/>
            <pc:sldMk cId="2682532844" sldId="608"/>
            <ac:spMk id="5" creationId="{39939C98-E491-38EF-7AF2-015D2922CD5F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52:47.842" v="943" actId="1076"/>
          <ac:spMkLst>
            <pc:docMk/>
            <pc:sldMk cId="2682532844" sldId="608"/>
            <ac:spMk id="6" creationId="{035E6EE5-3561-50C7-99CC-3E1BAA9A05A9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52:47.857" v="944" actId="1076"/>
          <ac:spMkLst>
            <pc:docMk/>
            <pc:sldMk cId="2682532844" sldId="608"/>
            <ac:spMk id="7" creationId="{24F07A6E-17AF-74ED-D33D-6050EDD7D1A0}"/>
          </ac:spMkLst>
        </pc:spChg>
        <pc:spChg chg="add del">
          <ac:chgData name="MATIAS ANDRES CASTAÑEDA RECABARREN" userId="S::m.castaneda@duocuc.cl::574571e4-e121-41b1-8e08-e5b8e0bbb864" providerId="AD" clId="Web-{5434622A-6B3B-A4B0-5174-93B6F519A89A}" dt="2026-08-31T15:52:35.294" v="938"/>
          <ac:spMkLst>
            <pc:docMk/>
            <pc:sldMk cId="2682532844" sldId="608"/>
            <ac:spMk id="8" creationId="{CBBDA032-A09F-E868-98D9-3FCBB444C870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52:47.873" v="945" actId="1076"/>
          <ac:spMkLst>
            <pc:docMk/>
            <pc:sldMk cId="2682532844" sldId="608"/>
            <ac:spMk id="9" creationId="{48E87379-2791-A1EE-49CD-4C9FB9E226D2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53:29.093" v="958" actId="14100"/>
          <ac:spMkLst>
            <pc:docMk/>
            <pc:sldMk cId="2682532844" sldId="608"/>
            <ac:spMk id="10" creationId="{295EA295-7AC9-7302-5D02-636F158BACEA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52:47.888" v="947" actId="1076"/>
          <ac:spMkLst>
            <pc:docMk/>
            <pc:sldMk cId="2682532844" sldId="608"/>
            <ac:spMk id="11" creationId="{62CBE55C-5E69-21BE-B065-FD6481D7C4CD}"/>
          </ac:spMkLst>
        </pc:spChg>
        <pc:spChg chg="add del">
          <ac:chgData name="MATIAS ANDRES CASTAÑEDA RECABARREN" userId="S::m.castaneda@duocuc.cl::574571e4-e121-41b1-8e08-e5b8e0bbb864" providerId="AD" clId="Web-{5434622A-6B3B-A4B0-5174-93B6F519A89A}" dt="2026-08-31T15:52:38.685" v="940"/>
          <ac:spMkLst>
            <pc:docMk/>
            <pc:sldMk cId="2682532844" sldId="608"/>
            <ac:spMk id="12" creationId="{0498A403-1D12-C97C-5158-F6DE81DBA05C}"/>
          </ac:spMkLst>
        </pc:spChg>
        <pc:spChg chg="mod">
          <ac:chgData name="MATIAS ANDRES CASTAÑEDA RECABARREN" userId="S::m.castaneda@duocuc.cl::574571e4-e121-41b1-8e08-e5b8e0bbb864" providerId="AD" clId="Web-{5434622A-6B3B-A4B0-5174-93B6F519A89A}" dt="2026-08-31T15:52:47.904" v="948" actId="1076"/>
          <ac:spMkLst>
            <pc:docMk/>
            <pc:sldMk cId="2682532844" sldId="608"/>
            <ac:spMk id="13" creationId="{F29F6416-189E-DDB2-C9F2-8695EF68C020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54:43.142" v="963" actId="1076"/>
          <ac:spMkLst>
            <pc:docMk/>
            <pc:sldMk cId="2682532844" sldId="608"/>
            <ac:spMk id="14" creationId="{B1EF9D0D-E663-AD99-E840-B2A9CBA96BFE}"/>
          </ac:spMkLst>
        </pc:spChg>
        <pc:spChg chg="add mod">
          <ac:chgData name="MATIAS ANDRES CASTAÑEDA RECABARREN" userId="S::m.castaneda@duocuc.cl::574571e4-e121-41b1-8e08-e5b8e0bbb864" providerId="AD" clId="Web-{5434622A-6B3B-A4B0-5174-93B6F519A89A}" dt="2026-08-31T15:52:47.935" v="950" actId="1076"/>
          <ac:spMkLst>
            <pc:docMk/>
            <pc:sldMk cId="2682532844" sldId="608"/>
            <ac:spMk id="15" creationId="{703A7A05-B695-341B-F4A8-E3567F0779E7}"/>
          </ac:spMkLst>
        </pc:spChg>
        <pc:spChg chg="del">
          <ac:chgData name="MATIAS ANDRES CASTAÑEDA RECABARREN" userId="S::m.castaneda@duocuc.cl::574571e4-e121-41b1-8e08-e5b8e0bbb864" providerId="AD" clId="Web-{5434622A-6B3B-A4B0-5174-93B6F519A89A}" dt="2026-08-31T15:52:36.701" v="939"/>
          <ac:spMkLst>
            <pc:docMk/>
            <pc:sldMk cId="2682532844" sldId="608"/>
            <ac:spMk id="16" creationId="{FC00F39B-51C1-BF43-EB63-D88A97676E9F}"/>
          </ac:spMkLst>
        </pc:spChg>
        <pc:spChg chg="mod">
          <ac:chgData name="MATIAS ANDRES CASTAÑEDA RECABARREN" userId="S::m.castaneda@duocuc.cl::574571e4-e121-41b1-8e08-e5b8e0bbb864" providerId="AD" clId="Web-{5434622A-6B3B-A4B0-5174-93B6F519A89A}" dt="2026-08-31T15:52:47.951" v="951" actId="1076"/>
          <ac:spMkLst>
            <pc:docMk/>
            <pc:sldMk cId="2682532844" sldId="608"/>
            <ac:spMk id="17" creationId="{6C9D2C58-B853-E703-13C3-CF2A6B363389}"/>
          </ac:spMkLst>
        </pc:spChg>
        <pc:spChg chg="mod">
          <ac:chgData name="MATIAS ANDRES CASTAÑEDA RECABARREN" userId="S::m.castaneda@duocuc.cl::574571e4-e121-41b1-8e08-e5b8e0bbb864" providerId="AD" clId="Web-{5434622A-6B3B-A4B0-5174-93B6F519A89A}" dt="2026-08-31T15:55:32.346" v="965" actId="20577"/>
          <ac:spMkLst>
            <pc:docMk/>
            <pc:sldMk cId="2682532844" sldId="608"/>
            <ac:spMk id="18" creationId="{048479F2-8F1F-5C84-B996-B4BB873EFB8A}"/>
          </ac:spMkLst>
        </pc:spChg>
      </pc:sldChg>
      <pc:sldChg chg="addSp delSp modSp add replId">
        <pc:chgData name="MATIAS ANDRES CASTAÑEDA RECABARREN" userId="S::m.castaneda@duocuc.cl::574571e4-e121-41b1-8e08-e5b8e0bbb864" providerId="AD" clId="Web-{5434622A-6B3B-A4B0-5174-93B6F519A89A}" dt="2026-08-31T16:12:46.953" v="1025" actId="1076"/>
        <pc:sldMkLst>
          <pc:docMk/>
          <pc:sldMk cId="758313234" sldId="609"/>
        </pc:sldMkLst>
        <pc:graphicFrameChg chg="del">
          <ac:chgData name="MATIAS ANDRES CASTAÑEDA RECABARREN" userId="S::m.castaneda@duocuc.cl::574571e4-e121-41b1-8e08-e5b8e0bbb864" providerId="AD" clId="Web-{5434622A-6B3B-A4B0-5174-93B6F519A89A}" dt="2026-08-31T16:11:39.670" v="1019"/>
          <ac:graphicFrameMkLst>
            <pc:docMk/>
            <pc:sldMk cId="758313234" sldId="609"/>
            <ac:graphicFrameMk id="6" creationId="{CC0F8EE9-6205-24E6-4C4B-5F986AE5A6E3}"/>
          </ac:graphicFrameMkLst>
        </pc:graphicFrameChg>
        <pc:picChg chg="add del mod">
          <ac:chgData name="MATIAS ANDRES CASTAÑEDA RECABARREN" userId="S::m.castaneda@duocuc.cl::574571e4-e121-41b1-8e08-e5b8e0bbb864" providerId="AD" clId="Web-{5434622A-6B3B-A4B0-5174-93B6F519A89A}" dt="2026-08-31T16:12:18.687" v="1021"/>
          <ac:picMkLst>
            <pc:docMk/>
            <pc:sldMk cId="758313234" sldId="609"/>
            <ac:picMk id="3" creationId="{E76B7D56-43B7-D9B0-1EB2-4C76AA4B76D7}"/>
          </ac:picMkLst>
        </pc:picChg>
        <pc:picChg chg="add mod">
          <ac:chgData name="MATIAS ANDRES CASTAÑEDA RECABARREN" userId="S::m.castaneda@duocuc.cl::574571e4-e121-41b1-8e08-e5b8e0bbb864" providerId="AD" clId="Web-{5434622A-6B3B-A4B0-5174-93B6F519A89A}" dt="2026-08-31T16:12:46.953" v="1025" actId="1076"/>
          <ac:picMkLst>
            <pc:docMk/>
            <pc:sldMk cId="758313234" sldId="609"/>
            <ac:picMk id="4" creationId="{705BE9D5-C7DB-4166-F366-019E6CA6B34B}"/>
          </ac:picMkLst>
        </pc:picChg>
      </pc:sldChg>
      <pc:sldChg chg="new del">
        <pc:chgData name="MATIAS ANDRES CASTAÑEDA RECABARREN" userId="S::m.castaneda@duocuc.cl::574571e4-e121-41b1-8e08-e5b8e0bbb864" providerId="AD" clId="Web-{5434622A-6B3B-A4B0-5174-93B6F519A89A}" dt="2026-08-31T15:51:06.198" v="935"/>
        <pc:sldMkLst>
          <pc:docMk/>
          <pc:sldMk cId="3977363470" sldId="609"/>
        </pc:sldMkLst>
      </pc:sldChg>
    </pc:docChg>
  </pc:docChgLst>
  <pc:docChgLst>
    <pc:chgData name="MATIAS ANDRES CASTAÑEDA RECABARREN" userId="S::m.castaneda@duocuc.cl::574571e4-e121-41b1-8e08-e5b8e0bbb864" providerId="AD" clId="Web-{19DCC059-F2C3-B2AE-4816-F841E1417226}"/>
    <pc:docChg chg="modSld">
      <pc:chgData name="MATIAS ANDRES CASTAÑEDA RECABARREN" userId="S::m.castaneda@duocuc.cl::574571e4-e121-41b1-8e08-e5b8e0bbb864" providerId="AD" clId="Web-{19DCC059-F2C3-B2AE-4816-F841E1417226}" dt="2026-08-31T17:35:56.205" v="136"/>
      <pc:docMkLst>
        <pc:docMk/>
      </pc:docMkLst>
      <pc:sldChg chg="addSp delSp modSp">
        <pc:chgData name="MATIAS ANDRES CASTAÑEDA RECABARREN" userId="S::m.castaneda@duocuc.cl::574571e4-e121-41b1-8e08-e5b8e0bbb864" providerId="AD" clId="Web-{19DCC059-F2C3-B2AE-4816-F841E1417226}" dt="2026-08-31T17:35:56.205" v="136"/>
        <pc:sldMkLst>
          <pc:docMk/>
          <pc:sldMk cId="507415965" sldId="607"/>
        </pc:sldMkLst>
        <pc:graphicFrameChg chg="add del mod">
          <ac:chgData name="MATIAS ANDRES CASTAÑEDA RECABARREN" userId="S::m.castaneda@duocuc.cl::574571e4-e121-41b1-8e08-e5b8e0bbb864" providerId="AD" clId="Web-{19DCC059-F2C3-B2AE-4816-F841E1417226}" dt="2026-08-31T17:32:30.390" v="46"/>
          <ac:graphicFrameMkLst>
            <pc:docMk/>
            <pc:sldMk cId="507415965" sldId="607"/>
            <ac:graphicFrameMk id="4" creationId="{3D662CE5-B15F-D85F-7510-AE1823AB306B}"/>
          </ac:graphicFrameMkLst>
        </pc:graphicFrameChg>
        <pc:graphicFrameChg chg="mod modGraphic">
          <ac:chgData name="MATIAS ANDRES CASTAÑEDA RECABARREN" userId="S::m.castaneda@duocuc.cl::574571e4-e121-41b1-8e08-e5b8e0bbb864" providerId="AD" clId="Web-{19DCC059-F2C3-B2AE-4816-F841E1417226}" dt="2026-08-31T17:35:56.205" v="136"/>
          <ac:graphicFrameMkLst>
            <pc:docMk/>
            <pc:sldMk cId="507415965" sldId="607"/>
            <ac:graphicFrameMk id="6" creationId="{6D876C1A-8A7B-28A3-92C9-0918CFD233B5}"/>
          </ac:graphicFrameMkLst>
        </pc:graphicFrameChg>
      </pc:sldChg>
      <pc:sldChg chg="addSp delSp modSp">
        <pc:chgData name="MATIAS ANDRES CASTAÑEDA RECABARREN" userId="S::m.castaneda@duocuc.cl::574571e4-e121-41b1-8e08-e5b8e0bbb864" providerId="AD" clId="Web-{19DCC059-F2C3-B2AE-4816-F841E1417226}" dt="2026-08-31T17:31:06.545" v="5" actId="14100"/>
        <pc:sldMkLst>
          <pc:docMk/>
          <pc:sldMk cId="758313234" sldId="609"/>
        </pc:sldMkLst>
        <pc:picChg chg="add mod">
          <ac:chgData name="MATIAS ANDRES CASTAÑEDA RECABARREN" userId="S::m.castaneda@duocuc.cl::574571e4-e121-41b1-8e08-e5b8e0bbb864" providerId="AD" clId="Web-{19DCC059-F2C3-B2AE-4816-F841E1417226}" dt="2026-08-31T17:31:06.545" v="5" actId="14100"/>
          <ac:picMkLst>
            <pc:docMk/>
            <pc:sldMk cId="758313234" sldId="609"/>
            <ac:picMk id="3" creationId="{AF8040DC-0986-F3AA-F9D7-6FBF8CAE37F1}"/>
          </ac:picMkLst>
        </pc:picChg>
        <pc:picChg chg="del">
          <ac:chgData name="MATIAS ANDRES CASTAÑEDA RECABARREN" userId="S::m.castaneda@duocuc.cl::574571e4-e121-41b1-8e08-e5b8e0bbb864" providerId="AD" clId="Web-{19DCC059-F2C3-B2AE-4816-F841E1417226}" dt="2026-08-31T17:30:50.389" v="0"/>
          <ac:picMkLst>
            <pc:docMk/>
            <pc:sldMk cId="758313234" sldId="609"/>
            <ac:picMk id="4" creationId="{705BE9D5-C7DB-4166-F366-019E6CA6B34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14474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63392f1e7f_0_4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63392f1e7f_0_4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9570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63392f1e7f_0_5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63392f1e7f_0_5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47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userDrawn="1">
  <p:cSld name="TITLE"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-1" y="0"/>
            <a:ext cx="4629587" cy="6858000"/>
          </a:xfrm>
          <a:custGeom>
            <a:avLst/>
            <a:gdLst/>
            <a:ahLst/>
            <a:cxnLst/>
            <a:rect l="l" t="t" r="r" b="b"/>
            <a:pathLst>
              <a:path w="6172782" h="6858000" extrusionOk="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" y="11958"/>
            <a:ext cx="4518116" cy="6840855"/>
          </a:xfrm>
          <a:custGeom>
            <a:avLst/>
            <a:gdLst/>
            <a:ahLst/>
            <a:cxnLst/>
            <a:rect l="l" t="t" r="r" b="b"/>
            <a:pathLst>
              <a:path w="6024154" h="6858000" extrusionOk="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90123" y="212270"/>
            <a:ext cx="3748263" cy="58622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5284700" y="5620875"/>
            <a:ext cx="3603900" cy="873900"/>
          </a:xfrm>
          <a:prstGeom prst="rect">
            <a:avLst/>
          </a:prstGeom>
          <a:solidFill>
            <a:srgbClr val="DE3075"/>
          </a:solidFill>
          <a:ln>
            <a:noFill/>
          </a:ln>
        </p:spPr>
        <p:txBody>
          <a:bodyPr spcFirstLastPara="1" wrap="square" lIns="91425" tIns="0" rIns="182875" bIns="0" anchor="t" anchorCtr="0">
            <a:noAutofit/>
          </a:bodyPr>
          <a:lstStyle>
            <a:lvl1pPr lvl="0" algn="r" rtl="0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r" rtl="0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2pPr>
            <a:lvl3pPr lvl="2" algn="r" rtl="0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3pPr>
            <a:lvl4pPr lvl="3" algn="r" rtl="0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4pPr>
            <a:lvl5pPr lvl="4" algn="r" rtl="0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5pPr>
            <a:lvl6pPr lvl="5" algn="r" rtl="0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6pPr>
            <a:lvl7pPr lvl="6" algn="r" rtl="0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7pPr>
            <a:lvl8pPr lvl="7" algn="r" rtl="0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8pPr>
            <a:lvl9pPr lvl="8" algn="r" rtl="0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13;p2">
            <a:extLst>
              <a:ext uri="{FF2B5EF4-FFF2-40B4-BE49-F238E27FC236}">
                <a16:creationId xmlns:a16="http://schemas.microsoft.com/office/drawing/2014/main" id="{64854533-8DCC-1C49-8946-547AD8D47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3775" y="2487700"/>
            <a:ext cx="4894800" cy="2891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6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56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56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56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56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56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56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56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5600"/>
            </a:lvl9pPr>
          </a:lstStyle>
          <a:p>
            <a:endParaRPr lang="es-ES_tradnl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 1">
  <p:cSld name="TITLE_4_1_1">
    <p:bg>
      <p:bgPr>
        <a:solidFill>
          <a:schemeClr val="dk2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77307" y="186298"/>
            <a:ext cx="3812148" cy="6013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" name="Google Shape;18;p3"/>
          <p:cNvGrpSpPr/>
          <p:nvPr/>
        </p:nvGrpSpPr>
        <p:grpSpPr>
          <a:xfrm>
            <a:off x="0" y="-124"/>
            <a:ext cx="4853665" cy="5740374"/>
            <a:chOff x="0" y="-126"/>
            <a:chExt cx="4554438" cy="5386482"/>
          </a:xfrm>
        </p:grpSpPr>
        <p:sp>
          <p:nvSpPr>
            <p:cNvPr id="19" name="Google Shape;19;p3"/>
            <p:cNvSpPr/>
            <p:nvPr/>
          </p:nvSpPr>
          <p:spPr>
            <a:xfrm rot="10800000" flipH="1">
              <a:off x="0" y="-126"/>
              <a:ext cx="4554438" cy="5386482"/>
            </a:xfrm>
            <a:custGeom>
              <a:avLst/>
              <a:gdLst/>
              <a:ahLst/>
              <a:cxnLst/>
              <a:rect l="l" t="t" r="r" b="b"/>
              <a:pathLst>
                <a:path w="5389868" h="6374535" extrusionOk="0">
                  <a:moveTo>
                    <a:pt x="620377" y="6374535"/>
                  </a:moveTo>
                  <a:lnTo>
                    <a:pt x="3459520" y="6374535"/>
                  </a:lnTo>
                  <a:lnTo>
                    <a:pt x="3638761" y="6288190"/>
                  </a:lnTo>
                  <a:cubicBezTo>
                    <a:pt x="4681799" y="5721578"/>
                    <a:pt x="5389868" y="4616487"/>
                    <a:pt x="5389868" y="3346018"/>
                  </a:cubicBezTo>
                  <a:cubicBezTo>
                    <a:pt x="5389868" y="1498063"/>
                    <a:pt x="3891805" y="0"/>
                    <a:pt x="2043850" y="0"/>
                  </a:cubicBezTo>
                  <a:cubicBezTo>
                    <a:pt x="1336430" y="0"/>
                    <a:pt x="680285" y="219535"/>
                    <a:pt x="139826" y="594192"/>
                  </a:cubicBezTo>
                  <a:lnTo>
                    <a:pt x="0" y="700065"/>
                  </a:lnTo>
                  <a:lnTo>
                    <a:pt x="0" y="5991971"/>
                  </a:lnTo>
                  <a:lnTo>
                    <a:pt x="139827" y="6097845"/>
                  </a:lnTo>
                  <a:cubicBezTo>
                    <a:pt x="217035" y="6151367"/>
                    <a:pt x="296605" y="6201724"/>
                    <a:pt x="378347" y="6248727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0" name="Google Shape;20;p3" descr="Una caricatura de una ciudad&#10;&#10;Descripción generada automáticamente"/>
            <p:cNvPicPr preferRelativeResize="0"/>
            <p:nvPr/>
          </p:nvPicPr>
          <p:blipFill rotWithShape="1">
            <a:blip r:embed="rId3">
              <a:alphaModFix/>
            </a:blip>
            <a:srcRect l="9870" r="6482"/>
            <a:stretch/>
          </p:blipFill>
          <p:spPr>
            <a:xfrm>
              <a:off x="1" y="-1"/>
              <a:ext cx="4423169" cy="5247982"/>
            </a:xfrm>
            <a:custGeom>
              <a:avLst/>
              <a:gdLst/>
              <a:ahLst/>
              <a:cxnLst/>
              <a:rect l="l" t="t" r="r" b="b"/>
              <a:pathLst>
                <a:path w="5234519" h="6210629" extrusionOk="0">
                  <a:moveTo>
                    <a:pt x="1082595" y="0"/>
                  </a:moveTo>
                  <a:lnTo>
                    <a:pt x="3027450" y="0"/>
                  </a:lnTo>
                  <a:lnTo>
                    <a:pt x="3291029" y="96471"/>
                  </a:lnTo>
                  <a:cubicBezTo>
                    <a:pt x="4433137" y="579542"/>
                    <a:pt x="5234519" y="1710443"/>
                    <a:pt x="5234519" y="3028517"/>
                  </a:cubicBezTo>
                  <a:cubicBezTo>
                    <a:pt x="5234519" y="4785949"/>
                    <a:pt x="3809839" y="6210629"/>
                    <a:pt x="2052407" y="6210629"/>
                  </a:cubicBezTo>
                  <a:cubicBezTo>
                    <a:pt x="1283531" y="6210629"/>
                    <a:pt x="578345" y="5937936"/>
                    <a:pt x="28288" y="5483989"/>
                  </a:cubicBezTo>
                  <a:lnTo>
                    <a:pt x="0" y="5458279"/>
                  </a:lnTo>
                  <a:lnTo>
                    <a:pt x="0" y="598754"/>
                  </a:lnTo>
                  <a:lnTo>
                    <a:pt x="28288" y="573044"/>
                  </a:lnTo>
                  <a:cubicBezTo>
                    <a:pt x="303317" y="346070"/>
                    <a:pt x="617127" y="164410"/>
                    <a:pt x="958290" y="39494"/>
                  </a:cubicBezTo>
                  <a:close/>
                </a:path>
              </a:pathLst>
            </a:custGeom>
            <a:noFill/>
            <a:ln>
              <a:noFill/>
            </a:ln>
          </p:spPr>
        </p:pic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29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5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54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54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54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54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54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54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54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5400"/>
            </a:lvl9pPr>
          </a:lstStyle>
          <a:p>
            <a:endParaRPr lang="es-ES_tradnl" noProof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 preserve="1">
  <p:cSld name="Título y objetos 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/>
          <p:nvPr/>
        </p:nvSpPr>
        <p:spPr>
          <a:xfrm>
            <a:off x="1372975" y="212725"/>
            <a:ext cx="4806374" cy="813000"/>
          </a:xfrm>
          <a:prstGeom prst="parallelogram">
            <a:avLst>
              <a:gd name="adj" fmla="val 4531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Bebas Neue" panose="020B0606020202050201" pitchFamily="34" charset="77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770850" y="212725"/>
            <a:ext cx="903600" cy="813000"/>
          </a:xfrm>
          <a:prstGeom prst="parallelogram">
            <a:avLst>
              <a:gd name="adj" fmla="val 45310"/>
            </a:avLst>
          </a:prstGeom>
          <a:solidFill>
            <a:srgbClr val="8189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4"/>
          <p:cNvSpPr/>
          <p:nvPr/>
        </p:nvSpPr>
        <p:spPr>
          <a:xfrm>
            <a:off x="146422" y="212725"/>
            <a:ext cx="903600" cy="813000"/>
          </a:xfrm>
          <a:prstGeom prst="parallelogram">
            <a:avLst>
              <a:gd name="adj" fmla="val 45310"/>
            </a:avLst>
          </a:prstGeom>
          <a:gradFill>
            <a:gsLst>
              <a:gs pos="0">
                <a:srgbClr val="FFFFFF"/>
              </a:gs>
              <a:gs pos="65000">
                <a:schemeClr val="dk2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lang="es-ES_tradnl" noProof="0" dirty="0"/>
          </a:p>
        </p:txBody>
      </p:sp>
      <p:pic>
        <p:nvPicPr>
          <p:cNvPr id="89" name="Google Shape;89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79349" y="389413"/>
            <a:ext cx="2746703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>
            <a:spLocks noGrp="1"/>
          </p:cNvSpPr>
          <p:nvPr>
            <p:ph type="body" idx="1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sz="2400" i="0" u="none" strike="noStrike" cap="none">
                <a:solidFill>
                  <a:srgbClr val="8189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rankli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sz="2000" i="0" u="none" strike="noStrike" cap="non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sz="18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sz="16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sz="12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marL="3200400" marR="0" lvl="6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sz="10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marL="3657600" marR="0" lvl="7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sz="8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marL="4114800" marR="0" lvl="8" indent="-2667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sz="6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>
            <a:endParaRPr lang="es-ES_tradnl" noProof="0" dirty="0"/>
          </a:p>
        </p:txBody>
      </p:sp>
      <p:sp>
        <p:nvSpPr>
          <p:cNvPr id="9" name="Google Shape;7;p1">
            <a:extLst>
              <a:ext uri="{FF2B5EF4-FFF2-40B4-BE49-F238E27FC236}">
                <a16:creationId xmlns:a16="http://schemas.microsoft.com/office/drawing/2014/main" id="{0B5789D4-A1BB-0442-8135-68C7C82B7CE3}"/>
              </a:ext>
            </a:extLst>
          </p:cNvPr>
          <p:cNvSpPr txBox="1">
            <a:spLocks/>
          </p:cNvSpPr>
          <p:nvPr userDrawn="1"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79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3" userDrawn="1">
  <p:cSld name="OBJECT_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770850" y="212725"/>
            <a:ext cx="903600" cy="813000"/>
          </a:xfrm>
          <a:prstGeom prst="parallelogram">
            <a:avLst>
              <a:gd name="adj" fmla="val 45310"/>
            </a:avLst>
          </a:prstGeom>
          <a:solidFill>
            <a:srgbClr val="7027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146422" y="212725"/>
            <a:ext cx="903600" cy="813000"/>
          </a:xfrm>
          <a:prstGeom prst="parallelogram">
            <a:avLst>
              <a:gd name="adj" fmla="val 45310"/>
            </a:avLst>
          </a:prstGeom>
          <a:gradFill>
            <a:gsLst>
              <a:gs pos="0">
                <a:srgbClr val="FFFFFF"/>
              </a:gs>
              <a:gs pos="6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79349" y="389413"/>
            <a:ext cx="2746703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 txBox="1">
            <a:spLocks noGrp="1"/>
          </p:cNvSpPr>
          <p:nvPr>
            <p:ph type="body" idx="1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sz="2400" i="0" u="none" strike="noStrike" cap="none">
                <a:solidFill>
                  <a:srgbClr val="8189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rankli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sz="2000" i="0" u="none" strike="noStrike" cap="non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sz="18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sz="16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sz="12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marL="3200400" marR="0" lvl="6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sz="10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marL="3657600" marR="0" lvl="7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sz="8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marL="4114800" marR="0" lvl="8" indent="-2667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sz="6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>
            <a:endParaRPr lang="es-ES_tradnl" noProof="0" dirty="0"/>
          </a:p>
        </p:txBody>
      </p:sp>
      <p:sp>
        <p:nvSpPr>
          <p:cNvPr id="9" name="Google Shape;84;p14">
            <a:extLst>
              <a:ext uri="{FF2B5EF4-FFF2-40B4-BE49-F238E27FC236}">
                <a16:creationId xmlns:a16="http://schemas.microsoft.com/office/drawing/2014/main" id="{BB89A5F1-01F7-AA47-B434-101A27DE7BC0}"/>
              </a:ext>
            </a:extLst>
          </p:cNvPr>
          <p:cNvSpPr/>
          <p:nvPr userDrawn="1"/>
        </p:nvSpPr>
        <p:spPr>
          <a:xfrm>
            <a:off x="1372975" y="212725"/>
            <a:ext cx="4806374" cy="813000"/>
          </a:xfrm>
          <a:prstGeom prst="parallelogram">
            <a:avLst>
              <a:gd name="adj" fmla="val 4531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Bebas Neue" panose="020B0606020202050201" pitchFamily="34" charset="77"/>
            </a:endParaRPr>
          </a:p>
        </p:txBody>
      </p:sp>
      <p:sp>
        <p:nvSpPr>
          <p:cNvPr id="10" name="Google Shape;87;p14">
            <a:extLst>
              <a:ext uri="{FF2B5EF4-FFF2-40B4-BE49-F238E27FC236}">
                <a16:creationId xmlns:a16="http://schemas.microsoft.com/office/drawing/2014/main" id="{8DC17925-3C94-8F46-871B-B63E680B4A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lang="es-ES_tradnl" noProof="0" dirty="0"/>
          </a:p>
        </p:txBody>
      </p:sp>
      <p:sp>
        <p:nvSpPr>
          <p:cNvPr id="11" name="Google Shape;7;p1">
            <a:extLst>
              <a:ext uri="{FF2B5EF4-FFF2-40B4-BE49-F238E27FC236}">
                <a16:creationId xmlns:a16="http://schemas.microsoft.com/office/drawing/2014/main" id="{3C188FE6-8EF7-F044-9027-21CDC308C75A}"/>
              </a:ext>
            </a:extLst>
          </p:cNvPr>
          <p:cNvSpPr txBox="1">
            <a:spLocks/>
          </p:cNvSpPr>
          <p:nvPr userDrawn="1"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C7D9485-9D22-5647-86A2-61337F2EBD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0387" y="2634922"/>
            <a:ext cx="8023225" cy="2275770"/>
          </a:xfrm>
          <a:prstGeom prst="rect">
            <a:avLst/>
          </a:prstGeom>
        </p:spPr>
        <p:txBody>
          <a:bodyPr anchor="ctr"/>
          <a:lstStyle>
            <a:lvl1pPr marL="50800" indent="0" algn="ctr">
              <a:buNone/>
              <a:defRPr sz="4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endParaRPr lang="es-ES_tradnl" dirty="0"/>
          </a:p>
        </p:txBody>
      </p:sp>
      <p:pic>
        <p:nvPicPr>
          <p:cNvPr id="6" name="Google Shape;12;p2">
            <a:extLst>
              <a:ext uri="{FF2B5EF4-FFF2-40B4-BE49-F238E27FC236}">
                <a16:creationId xmlns:a16="http://schemas.microsoft.com/office/drawing/2014/main" id="{0D343A73-BC54-BF4C-A259-A0C913A07BC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6179349" y="392750"/>
            <a:ext cx="2759037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A2F63D34-FBAE-5442-A997-D0933D8286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0387" y="1632286"/>
            <a:ext cx="8023225" cy="665749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50800" indent="0" algn="ctr">
              <a:buNone/>
              <a:defRPr sz="2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endParaRPr lang="es-ES_tradnl" dirty="0"/>
          </a:p>
        </p:txBody>
      </p:sp>
      <p:sp>
        <p:nvSpPr>
          <p:cNvPr id="11" name="Google Shape;165;p24">
            <a:extLst>
              <a:ext uri="{FF2B5EF4-FFF2-40B4-BE49-F238E27FC236}">
                <a16:creationId xmlns:a16="http://schemas.microsoft.com/office/drawing/2014/main" id="{ED241A5B-D2F8-1D45-8F9D-D1D4B48E7814}"/>
              </a:ext>
            </a:extLst>
          </p:cNvPr>
          <p:cNvSpPr/>
          <p:nvPr userDrawn="1"/>
        </p:nvSpPr>
        <p:spPr>
          <a:xfrm>
            <a:off x="770850" y="212725"/>
            <a:ext cx="903600" cy="813000"/>
          </a:xfrm>
          <a:prstGeom prst="parallelogram">
            <a:avLst>
              <a:gd name="adj" fmla="val 45310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66;p24">
            <a:extLst>
              <a:ext uri="{FF2B5EF4-FFF2-40B4-BE49-F238E27FC236}">
                <a16:creationId xmlns:a16="http://schemas.microsoft.com/office/drawing/2014/main" id="{990F690A-789C-6740-B34D-11153A9BBDDB}"/>
              </a:ext>
            </a:extLst>
          </p:cNvPr>
          <p:cNvSpPr/>
          <p:nvPr userDrawn="1"/>
        </p:nvSpPr>
        <p:spPr>
          <a:xfrm>
            <a:off x="146422" y="212725"/>
            <a:ext cx="903600" cy="813000"/>
          </a:xfrm>
          <a:prstGeom prst="parallelogram">
            <a:avLst>
              <a:gd name="adj" fmla="val 45310"/>
            </a:avLst>
          </a:prstGeom>
          <a:gradFill>
            <a:gsLst>
              <a:gs pos="0">
                <a:schemeClr val="bg2"/>
              </a:gs>
              <a:gs pos="65000">
                <a:schemeClr val="bg1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84;p14">
            <a:extLst>
              <a:ext uri="{FF2B5EF4-FFF2-40B4-BE49-F238E27FC236}">
                <a16:creationId xmlns:a16="http://schemas.microsoft.com/office/drawing/2014/main" id="{7FF938C0-C0B1-8543-A7DC-F3B0AA5BE94F}"/>
              </a:ext>
            </a:extLst>
          </p:cNvPr>
          <p:cNvSpPr/>
          <p:nvPr userDrawn="1"/>
        </p:nvSpPr>
        <p:spPr>
          <a:xfrm>
            <a:off x="1372975" y="212725"/>
            <a:ext cx="4806374" cy="813000"/>
          </a:xfrm>
          <a:prstGeom prst="parallelogram">
            <a:avLst>
              <a:gd name="adj" fmla="val 45310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>
              <a:latin typeface="Bebas Neue" panose="020B0606020202050201" pitchFamily="34" charset="77"/>
            </a:endParaRPr>
          </a:p>
        </p:txBody>
      </p:sp>
      <p:sp>
        <p:nvSpPr>
          <p:cNvPr id="15" name="Google Shape;87;p14">
            <a:extLst>
              <a:ext uri="{FF2B5EF4-FFF2-40B4-BE49-F238E27FC236}">
                <a16:creationId xmlns:a16="http://schemas.microsoft.com/office/drawing/2014/main" id="{D9228F07-B61E-0645-862B-247F10F5B1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59457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 preserve="1">
  <p:cSld name="1_En blanco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;p1">
            <a:extLst>
              <a:ext uri="{FF2B5EF4-FFF2-40B4-BE49-F238E27FC236}">
                <a16:creationId xmlns:a16="http://schemas.microsoft.com/office/drawing/2014/main" id="{FCAE1A83-104E-8B4E-949F-BE3A9ADE6BA0}"/>
              </a:ext>
            </a:extLst>
          </p:cNvPr>
          <p:cNvSpPr txBox="1">
            <a:spLocks/>
          </p:cNvSpPr>
          <p:nvPr userDrawn="1"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814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LOGO-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60483" y="6287016"/>
            <a:ext cx="1687458" cy="377364"/>
          </a:xfrm>
          <a:prstGeom prst="rect">
            <a:avLst/>
          </a:prstGeom>
        </p:spPr>
      </p:pic>
      <p:sp>
        <p:nvSpPr>
          <p:cNvPr id="5" name="Rectángulo 4"/>
          <p:cNvSpPr/>
          <p:nvPr userDrawn="1"/>
        </p:nvSpPr>
        <p:spPr>
          <a:xfrm>
            <a:off x="586828" y="385379"/>
            <a:ext cx="8084206" cy="700690"/>
          </a:xfrm>
          <a:prstGeom prst="rect">
            <a:avLst/>
          </a:prstGeom>
          <a:solidFill>
            <a:srgbClr val="4A2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" name="Rectángulo 8"/>
          <p:cNvSpPr/>
          <p:nvPr userDrawn="1"/>
        </p:nvSpPr>
        <p:spPr>
          <a:xfrm>
            <a:off x="4117848" y="297797"/>
            <a:ext cx="1156138" cy="166414"/>
          </a:xfrm>
          <a:prstGeom prst="rect">
            <a:avLst/>
          </a:prstGeom>
          <a:solidFill>
            <a:srgbClr val="4A2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Rectángulo 9"/>
          <p:cNvSpPr/>
          <p:nvPr userDrawn="1"/>
        </p:nvSpPr>
        <p:spPr>
          <a:xfrm>
            <a:off x="5264579" y="297797"/>
            <a:ext cx="1156138" cy="166414"/>
          </a:xfrm>
          <a:prstGeom prst="rect">
            <a:avLst/>
          </a:prstGeom>
          <a:solidFill>
            <a:srgbClr val="5A3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Rectángulo 10"/>
          <p:cNvSpPr/>
          <p:nvPr userDrawn="1"/>
        </p:nvSpPr>
        <p:spPr>
          <a:xfrm>
            <a:off x="6411310" y="297797"/>
            <a:ext cx="1156138" cy="166414"/>
          </a:xfrm>
          <a:prstGeom prst="rect">
            <a:avLst/>
          </a:prstGeom>
          <a:solidFill>
            <a:srgbClr val="6D4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" name="Rectángulo 11"/>
          <p:cNvSpPr/>
          <p:nvPr userDrawn="1"/>
        </p:nvSpPr>
        <p:spPr>
          <a:xfrm>
            <a:off x="7514896" y="297797"/>
            <a:ext cx="1156138" cy="166414"/>
          </a:xfrm>
          <a:prstGeom prst="rect">
            <a:avLst/>
          </a:prstGeom>
          <a:solidFill>
            <a:srgbClr val="7D6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13" name="Imagen 12" descr="logo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6828" y="6225296"/>
            <a:ext cx="1992643" cy="446269"/>
          </a:xfrm>
          <a:prstGeom prst="rect">
            <a:avLst/>
          </a:prstGeom>
        </p:spPr>
      </p:pic>
      <p:sp>
        <p:nvSpPr>
          <p:cNvPr id="15" name="Marcador de text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535334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sz="2400" i="0" u="none" strike="noStrike" cap="non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sz="2000" i="0" u="none" strike="noStrike" cap="non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sz="18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sz="16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sz="12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marL="3200400" marR="0" lvl="6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sz="10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marL="3657600" marR="0" lvl="7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sz="8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marL="4114800" marR="0" lvl="8" indent="-2667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sz="6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6C7A8A"/>
                </a:solidFill>
                <a:latin typeface="Calibri" panose="020F0502020204030204" pitchFamily="34" charset="0"/>
                <a:ea typeface="Roboto Mono"/>
                <a:cs typeface="Calibri" panose="020F0502020204030204" pitchFamily="34" charset="0"/>
                <a:sym typeface="Roboto Mon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1763700" y="212725"/>
            <a:ext cx="6751800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 lang="es-CL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79" r:id="rId3"/>
    <p:sldLayoutId id="2147483662" r:id="rId4"/>
    <p:sldLayoutId id="2147483678" r:id="rId5"/>
    <p:sldLayoutId id="2147483677" r:id="rId6"/>
    <p:sldLayoutId id="2147483699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libri" panose="020F0502020204030204" pitchFamily="34" charset="0"/>
          <a:ea typeface="Roboto" panose="02000000000000000000" pitchFamily="2" charset="0"/>
          <a:cs typeface="Calibri" panose="020F05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0"/>
          <p:cNvSpPr txBox="1">
            <a:spLocks noGrp="1"/>
          </p:cNvSpPr>
          <p:nvPr>
            <p:ph type="title"/>
          </p:nvPr>
        </p:nvSpPr>
        <p:spPr>
          <a:xfrm>
            <a:off x="4148520" y="3966900"/>
            <a:ext cx="4894800" cy="2891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br>
              <a:rPr lang="en-US" sz="4000" dirty="0"/>
            </a:br>
            <a:br>
              <a:rPr lang="en-US" sz="4000" dirty="0"/>
            </a:br>
            <a:r>
              <a:rPr lang="en-US" sz="4000">
                <a:latin typeface="Calibri"/>
                <a:cs typeface="Calibri"/>
              </a:rPr>
              <a:t>Fase1 Proyecto APT</a:t>
            </a:r>
            <a:br>
              <a:rPr lang="en-US" sz="4000" dirty="0"/>
            </a:br>
            <a:br>
              <a:rPr lang="en-US" sz="4000" dirty="0"/>
            </a:br>
            <a:br>
              <a:rPr lang="en-US" sz="2000" dirty="0"/>
            </a:br>
            <a:r>
              <a:rPr lang="es-419" sz="2000" b="1">
                <a:latin typeface="Calibri"/>
                <a:cs typeface="Calibri"/>
              </a:rPr>
              <a:t>Docente</a:t>
            </a:r>
            <a:r>
              <a:rPr lang="en-US" sz="2000" b="1">
                <a:latin typeface="Calibri"/>
                <a:cs typeface="Calibri"/>
              </a:rPr>
              <a:t>: </a:t>
            </a:r>
            <a:r>
              <a:rPr lang="en-US" sz="2000" dirty="0">
                <a:latin typeface="Calibri"/>
                <a:cs typeface="Calibri"/>
              </a:rPr>
              <a:t>Reginaldo Salinas Bruna</a:t>
            </a:r>
            <a:br>
              <a:rPr lang="en-US" sz="2000" dirty="0"/>
            </a:br>
            <a:r>
              <a:rPr lang="en-US" sz="2000">
                <a:latin typeface="Calibri"/>
                <a:cs typeface="Calibri"/>
              </a:rPr>
              <a:t>Grupo Nº: IN002</a:t>
            </a:r>
            <a:br>
              <a:rPr lang="en-US" sz="2000" dirty="0"/>
            </a:br>
            <a:r>
              <a:rPr lang="es-MX" sz="2000">
                <a:latin typeface="Calibri"/>
                <a:cs typeface="Calibri"/>
              </a:rPr>
              <a:t>Integrantes</a:t>
            </a:r>
            <a:r>
              <a:rPr lang="en-US" sz="2000">
                <a:latin typeface="Calibri"/>
                <a:cs typeface="Calibri"/>
              </a:rPr>
              <a:t>:</a:t>
            </a:r>
            <a:br>
              <a:rPr lang="en-US" sz="2000" dirty="0"/>
            </a:br>
            <a:r>
              <a:rPr lang="en-US" sz="2000">
                <a:latin typeface="Calibri"/>
                <a:cs typeface="Calibri"/>
              </a:rPr>
              <a:t>Matías Castañeda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Descripción breve del proyecto APT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FF1B2-8AEA-0072-37AD-ACAEE8970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7ED88-848F-5146-1440-D2E9D0121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Descripción del proyecto</a:t>
            </a:r>
            <a:endParaRPr lang="es-CL" dirty="0"/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2B413FEF-F3CF-C604-AFB7-2DA4C46BC9A8}"/>
              </a:ext>
            </a:extLst>
          </p:cNvPr>
          <p:cNvSpPr txBox="1"/>
          <p:nvPr/>
        </p:nvSpPr>
        <p:spPr>
          <a:xfrm>
            <a:off x="655505" y="2484587"/>
            <a:ext cx="7452360" cy="12618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s-CL" sz="1900">
                <a:solidFill>
                  <a:srgbClr val="1F395B"/>
                </a:solidFill>
              </a:rPr>
              <a:t>Desarrollar una plataforma de venta de productos en la cual pueden estar </a:t>
            </a:r>
            <a:r>
              <a:rPr lang="es-CL" sz="1900" dirty="0">
                <a:solidFill>
                  <a:srgbClr val="1F395B"/>
                </a:solidFill>
              </a:rPr>
              <a:t>varias empresas y cada una administra sus propios clientes y ventas, sin acceder a la información que tienen entre ellas.</a:t>
            </a:r>
            <a:endParaRPr lang="en-US" sz="1900">
              <a:solidFill>
                <a:srgbClr val="1F395B"/>
              </a:solidFill>
              <a:latin typeface="Arial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7AB5AF06-CEE5-8299-D504-630BF5052ABA}"/>
              </a:ext>
            </a:extLst>
          </p:cNvPr>
          <p:cNvSpPr txBox="1"/>
          <p:nvPr/>
        </p:nvSpPr>
        <p:spPr>
          <a:xfrm>
            <a:off x="658515" y="1725414"/>
            <a:ext cx="7635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2400" b="1" dirty="0">
                <a:solidFill>
                  <a:srgbClr val="1F395B"/>
                </a:solidFill>
                <a:latin typeface="Arial"/>
              </a:rPr>
              <a:t>Plataforma SaaS de Ventas</a:t>
            </a:r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FD8024D7-1996-EF39-CFF8-EB372E020769}"/>
              </a:ext>
            </a:extLst>
          </p:cNvPr>
          <p:cNvSpPr/>
          <p:nvPr/>
        </p:nvSpPr>
        <p:spPr>
          <a:xfrm>
            <a:off x="547165" y="4361099"/>
            <a:ext cx="1419163" cy="712348"/>
          </a:xfrm>
          <a:prstGeom prst="roundRect">
            <a:avLst/>
          </a:prstGeom>
          <a:solidFill>
            <a:srgbClr val="F6F8FA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C5971F0B-939B-6B04-3395-2039BCC80E43}"/>
              </a:ext>
            </a:extLst>
          </p:cNvPr>
          <p:cNvSpPr txBox="1"/>
          <p:nvPr/>
        </p:nvSpPr>
        <p:spPr>
          <a:xfrm>
            <a:off x="628798" y="4452392"/>
            <a:ext cx="1292179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b="1" dirty="0" err="1">
                <a:solidFill>
                  <a:schemeClr val="accent4">
                    <a:lumMod val="76000"/>
                  </a:schemeClr>
                </a:solidFill>
                <a:ea typeface="Calibri"/>
              </a:rPr>
              <a:t>Módulo</a:t>
            </a:r>
            <a:r>
              <a:rPr lang="en-US" b="1" dirty="0">
                <a:solidFill>
                  <a:schemeClr val="accent4">
                    <a:lumMod val="76000"/>
                  </a:schemeClr>
                </a:solidFill>
                <a:ea typeface="Calibri"/>
              </a:rPr>
              <a:t> de </a:t>
            </a:r>
            <a:r>
              <a:rPr lang="en-US" b="1" dirty="0" err="1">
                <a:solidFill>
                  <a:schemeClr val="accent4">
                    <a:lumMod val="76000"/>
                  </a:schemeClr>
                </a:solidFill>
                <a:ea typeface="Calibri"/>
              </a:rPr>
              <a:t>Seguridad</a:t>
            </a:r>
            <a:endParaRPr lang="en-US">
              <a:solidFill>
                <a:schemeClr val="accent4">
                  <a:lumMod val="76000"/>
                </a:schemeClr>
              </a:solidFill>
            </a:endParaRPr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85FA532C-D5F4-4C30-DB93-FD7476ADBBDB}"/>
              </a:ext>
            </a:extLst>
          </p:cNvPr>
          <p:cNvSpPr/>
          <p:nvPr/>
        </p:nvSpPr>
        <p:spPr>
          <a:xfrm>
            <a:off x="2234009" y="4361098"/>
            <a:ext cx="1419163" cy="712348"/>
          </a:xfrm>
          <a:prstGeom prst="roundRect">
            <a:avLst/>
          </a:prstGeom>
          <a:solidFill>
            <a:srgbClr val="F6F8FA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8F29056A-EA25-D0B7-D038-0CA270935F96}"/>
              </a:ext>
            </a:extLst>
          </p:cNvPr>
          <p:cNvSpPr txBox="1"/>
          <p:nvPr/>
        </p:nvSpPr>
        <p:spPr>
          <a:xfrm>
            <a:off x="2287989" y="4452392"/>
            <a:ext cx="1292179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b="1" dirty="0" err="1">
                <a:solidFill>
                  <a:schemeClr val="accent4">
                    <a:lumMod val="76000"/>
                  </a:schemeClr>
                </a:solidFill>
                <a:ea typeface="Calibri"/>
              </a:rPr>
              <a:t>Módulo</a:t>
            </a:r>
            <a:r>
              <a:rPr lang="en-US" b="1" dirty="0">
                <a:solidFill>
                  <a:schemeClr val="accent4">
                    <a:lumMod val="76000"/>
                  </a:schemeClr>
                </a:solidFill>
                <a:ea typeface="Calibri"/>
              </a:rPr>
              <a:t> de </a:t>
            </a:r>
            <a:r>
              <a:rPr lang="en-US" b="1" dirty="0" err="1">
                <a:solidFill>
                  <a:schemeClr val="accent4">
                    <a:lumMod val="76000"/>
                  </a:schemeClr>
                </a:solidFill>
                <a:ea typeface="Calibri"/>
              </a:rPr>
              <a:t>Clientes</a:t>
            </a:r>
            <a:r>
              <a:rPr lang="en-US" b="1" dirty="0">
                <a:solidFill>
                  <a:schemeClr val="accent4">
                    <a:lumMod val="76000"/>
                  </a:schemeClr>
                </a:solidFill>
                <a:ea typeface="Calibri"/>
              </a:rPr>
              <a:t> </a:t>
            </a:r>
            <a:endParaRPr lang="en-US">
              <a:solidFill>
                <a:schemeClr val="accent4">
                  <a:lumMod val="76000"/>
                </a:schemeClr>
              </a:solidFill>
            </a:endParaRPr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C8D46858-0855-AE4D-0EAF-B4C1B3D0481D}"/>
              </a:ext>
            </a:extLst>
          </p:cNvPr>
          <p:cNvSpPr/>
          <p:nvPr/>
        </p:nvSpPr>
        <p:spPr>
          <a:xfrm>
            <a:off x="3920858" y="4361098"/>
            <a:ext cx="1419163" cy="712348"/>
          </a:xfrm>
          <a:prstGeom prst="roundRect">
            <a:avLst/>
          </a:prstGeom>
          <a:solidFill>
            <a:srgbClr val="F6F8FA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1104C141-6C3B-3CA1-E7FB-542D3D063531}"/>
              </a:ext>
            </a:extLst>
          </p:cNvPr>
          <p:cNvSpPr txBox="1"/>
          <p:nvPr/>
        </p:nvSpPr>
        <p:spPr>
          <a:xfrm>
            <a:off x="3974837" y="4452392"/>
            <a:ext cx="1292179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b="1" dirty="0" err="1">
                <a:solidFill>
                  <a:schemeClr val="accent4">
                    <a:lumMod val="76000"/>
                  </a:schemeClr>
                </a:solidFill>
                <a:ea typeface="Calibri"/>
              </a:rPr>
              <a:t>Módulo</a:t>
            </a:r>
            <a:r>
              <a:rPr lang="en-US" b="1" dirty="0">
                <a:solidFill>
                  <a:schemeClr val="accent4">
                    <a:lumMod val="76000"/>
                  </a:schemeClr>
                </a:solidFill>
                <a:ea typeface="Calibri"/>
              </a:rPr>
              <a:t> de </a:t>
            </a:r>
            <a:r>
              <a:rPr lang="en-US" b="1" dirty="0" err="1">
                <a:solidFill>
                  <a:schemeClr val="accent4">
                    <a:lumMod val="76000"/>
                  </a:schemeClr>
                </a:solidFill>
                <a:ea typeface="Calibri"/>
              </a:rPr>
              <a:t>Productos</a:t>
            </a:r>
            <a:endParaRPr lang="en-US" dirty="0" err="1">
              <a:solidFill>
                <a:schemeClr val="accent4">
                  <a:lumMod val="76000"/>
                </a:schemeClr>
              </a:solidFill>
            </a:endParaRP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CD99A21F-F1B0-20C2-EBF6-A52FF5340079}"/>
              </a:ext>
            </a:extLst>
          </p:cNvPr>
          <p:cNvSpPr/>
          <p:nvPr/>
        </p:nvSpPr>
        <p:spPr>
          <a:xfrm>
            <a:off x="5543178" y="4361097"/>
            <a:ext cx="1419163" cy="712348"/>
          </a:xfrm>
          <a:prstGeom prst="roundRect">
            <a:avLst/>
          </a:prstGeom>
          <a:solidFill>
            <a:srgbClr val="F6F8FA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5681264C-264A-5C88-1E95-BD687F4C4C4E}"/>
              </a:ext>
            </a:extLst>
          </p:cNvPr>
          <p:cNvSpPr txBox="1"/>
          <p:nvPr/>
        </p:nvSpPr>
        <p:spPr>
          <a:xfrm>
            <a:off x="5597158" y="4461609"/>
            <a:ext cx="1292179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b="1" dirty="0" err="1">
                <a:solidFill>
                  <a:schemeClr val="accent4">
                    <a:lumMod val="76000"/>
                  </a:schemeClr>
                </a:solidFill>
                <a:ea typeface="Calibri"/>
              </a:rPr>
              <a:t>Módulo</a:t>
            </a:r>
            <a:r>
              <a:rPr lang="en-US" b="1" dirty="0">
                <a:solidFill>
                  <a:schemeClr val="accent4">
                    <a:lumMod val="76000"/>
                  </a:schemeClr>
                </a:solidFill>
                <a:ea typeface="Calibri"/>
              </a:rPr>
              <a:t> de Empresas </a:t>
            </a:r>
            <a:endParaRPr lang="en-US" dirty="0">
              <a:solidFill>
                <a:schemeClr val="accent4">
                  <a:lumMod val="76000"/>
                </a:schemeClr>
              </a:solidFill>
            </a:endParaRPr>
          </a:p>
        </p:txBody>
      </p:sp>
      <p:sp>
        <p:nvSpPr>
          <p:cNvPr id="15" name="Rounded Rectangle 5">
            <a:extLst>
              <a:ext uri="{FF2B5EF4-FFF2-40B4-BE49-F238E27FC236}">
                <a16:creationId xmlns:a16="http://schemas.microsoft.com/office/drawing/2014/main" id="{549EECFC-9B98-1468-E45A-943C2D149FE3}"/>
              </a:ext>
            </a:extLst>
          </p:cNvPr>
          <p:cNvSpPr/>
          <p:nvPr/>
        </p:nvSpPr>
        <p:spPr>
          <a:xfrm>
            <a:off x="7239241" y="4351878"/>
            <a:ext cx="1419163" cy="712348"/>
          </a:xfrm>
          <a:prstGeom prst="roundRect">
            <a:avLst/>
          </a:prstGeom>
          <a:solidFill>
            <a:srgbClr val="F6F8FA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1701070D-B71B-74A5-9F05-3496E6B8CAEC}"/>
              </a:ext>
            </a:extLst>
          </p:cNvPr>
          <p:cNvSpPr txBox="1"/>
          <p:nvPr/>
        </p:nvSpPr>
        <p:spPr>
          <a:xfrm>
            <a:off x="7293221" y="4452390"/>
            <a:ext cx="1292179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b="1" dirty="0" err="1">
                <a:solidFill>
                  <a:schemeClr val="accent4">
                    <a:lumMod val="76000"/>
                  </a:schemeClr>
                </a:solidFill>
                <a:ea typeface="Calibri"/>
              </a:rPr>
              <a:t>Módulo</a:t>
            </a:r>
            <a:r>
              <a:rPr lang="en-US" b="1" dirty="0">
                <a:solidFill>
                  <a:schemeClr val="accent4">
                    <a:lumMod val="76000"/>
                  </a:schemeClr>
                </a:solidFill>
                <a:ea typeface="Calibri"/>
              </a:rPr>
              <a:t> de Ventas</a:t>
            </a:r>
          </a:p>
        </p:txBody>
      </p:sp>
    </p:spTree>
    <p:extLst>
      <p:ext uri="{BB962C8B-B14F-4D97-AF65-F5344CB8AC3E}">
        <p14:creationId xmlns:p14="http://schemas.microsoft.com/office/powerpoint/2010/main" val="1041540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Relación con el perfil de egreso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59CEA-F134-BD2A-3152-205062139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CA5D0-6CAE-F8B8-33DC-9A83474E7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Relación con Perfil</a:t>
            </a:r>
            <a:endParaRPr lang="es-CL" dirty="0"/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E9794D45-0BBC-52C9-BE06-EF5F98476239}"/>
              </a:ext>
            </a:extLst>
          </p:cNvPr>
          <p:cNvSpPr txBox="1"/>
          <p:nvPr/>
        </p:nvSpPr>
        <p:spPr>
          <a:xfrm>
            <a:off x="611689" y="1523299"/>
            <a:ext cx="7589520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600" b="1" dirty="0" err="1">
                <a:solidFill>
                  <a:srgbClr val="1F395B"/>
                </a:solidFill>
                <a:latin typeface="Arial"/>
              </a:rPr>
              <a:t>Áreas</a:t>
            </a:r>
            <a:r>
              <a:rPr sz="1600" b="1" dirty="0">
                <a:solidFill>
                  <a:srgbClr val="1F395B"/>
                </a:solidFill>
                <a:latin typeface="Arial"/>
              </a:rPr>
              <a:t> de </a:t>
            </a:r>
            <a:r>
              <a:rPr sz="1600" b="1" dirty="0" err="1">
                <a:solidFill>
                  <a:srgbClr val="1F395B"/>
                </a:solidFill>
                <a:latin typeface="Arial"/>
              </a:rPr>
              <a:t>desempeño</a:t>
            </a:r>
            <a:r>
              <a:rPr sz="1600" b="1" dirty="0">
                <a:solidFill>
                  <a:srgbClr val="1F395B"/>
                </a:solidFill>
                <a:latin typeface="Arial"/>
              </a:rPr>
              <a:t>: </a:t>
            </a:r>
            <a:r>
              <a:rPr sz="1600" b="1" dirty="0" err="1">
                <a:solidFill>
                  <a:srgbClr val="1F395B"/>
                </a:solidFill>
                <a:latin typeface="Arial"/>
              </a:rPr>
              <a:t>Análisis</a:t>
            </a:r>
            <a:r>
              <a:rPr sz="1600" b="1" dirty="0">
                <a:solidFill>
                  <a:srgbClr val="1F395B"/>
                </a:solidFill>
                <a:latin typeface="Arial"/>
              </a:rPr>
              <a:t> y </a:t>
            </a:r>
            <a:r>
              <a:rPr sz="1600" b="1" dirty="0" err="1">
                <a:solidFill>
                  <a:srgbClr val="1F395B"/>
                </a:solidFill>
                <a:latin typeface="Arial"/>
              </a:rPr>
              <a:t>Evaluación</a:t>
            </a:r>
            <a:r>
              <a:rPr sz="1600" b="1" dirty="0">
                <a:solidFill>
                  <a:srgbClr val="1F395B"/>
                </a:solidFill>
                <a:latin typeface="Arial"/>
              </a:rPr>
              <a:t> de </a:t>
            </a:r>
            <a:r>
              <a:rPr sz="1600" b="1" dirty="0" err="1">
                <a:solidFill>
                  <a:srgbClr val="1F395B"/>
                </a:solidFill>
                <a:latin typeface="Arial"/>
              </a:rPr>
              <a:t>soluciones</a:t>
            </a:r>
            <a:r>
              <a:rPr sz="1600" b="1" dirty="0">
                <a:solidFill>
                  <a:srgbClr val="1F395B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F395B"/>
                </a:solidFill>
                <a:latin typeface="Arial"/>
              </a:rPr>
              <a:t>informáticas</a:t>
            </a:r>
            <a:r>
              <a:rPr lang="en-US" sz="1600" b="1" dirty="0">
                <a:solidFill>
                  <a:srgbClr val="1F395B"/>
                </a:solidFill>
              </a:rPr>
              <a:t> y Desarrollo</a:t>
            </a:r>
            <a:r>
              <a:rPr sz="1600" b="1" dirty="0">
                <a:solidFill>
                  <a:srgbClr val="1F395B"/>
                </a:solidFill>
                <a:latin typeface="Arial"/>
              </a:rPr>
              <a:t> de software</a:t>
            </a:r>
          </a:p>
        </p:txBody>
      </p:sp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2DFBABF2-8452-6008-B67F-B84785F4682B}"/>
              </a:ext>
            </a:extLst>
          </p:cNvPr>
          <p:cNvSpPr/>
          <p:nvPr/>
        </p:nvSpPr>
        <p:spPr>
          <a:xfrm>
            <a:off x="731520" y="2534920"/>
            <a:ext cx="2331720" cy="1965960"/>
          </a:xfrm>
          <a:prstGeom prst="roundRect">
            <a:avLst/>
          </a:prstGeom>
          <a:solidFill>
            <a:srgbClr val="F6F8FA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A69FB5DE-1DC2-371D-0E05-5AFAAA5AA70B}"/>
              </a:ext>
            </a:extLst>
          </p:cNvPr>
          <p:cNvSpPr txBox="1"/>
          <p:nvPr/>
        </p:nvSpPr>
        <p:spPr>
          <a:xfrm>
            <a:off x="855472" y="2644648"/>
            <a:ext cx="2228087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b="1" dirty="0">
                <a:solidFill>
                  <a:srgbClr val="1F395B"/>
                </a:solidFill>
                <a:latin typeface="Arial"/>
              </a:rPr>
              <a:t>Desarrollo de software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F90CA1D1-BDB6-F282-CBDB-83B569B71A17}"/>
              </a:ext>
            </a:extLst>
          </p:cNvPr>
          <p:cNvSpPr txBox="1"/>
          <p:nvPr/>
        </p:nvSpPr>
        <p:spPr>
          <a:xfrm>
            <a:off x="748629" y="3010410"/>
            <a:ext cx="2333782" cy="116955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400" b="0" dirty="0" err="1">
                <a:solidFill>
                  <a:srgbClr val="232A30"/>
                </a:solidFill>
                <a:latin typeface="Arial"/>
              </a:rPr>
              <a:t>Construcción</a:t>
            </a:r>
            <a:r>
              <a:rPr lang="en-US" sz="1400" b="0" dirty="0">
                <a:solidFill>
                  <a:srgbClr val="232A30"/>
                </a:solidFill>
                <a:latin typeface="Arial"/>
              </a:rPr>
              <a:t> de </a:t>
            </a:r>
            <a:r>
              <a:rPr lang="en-US" sz="1400" b="0" dirty="0" err="1">
                <a:solidFill>
                  <a:srgbClr val="232A30"/>
                </a:solidFill>
                <a:latin typeface="Arial"/>
              </a:rPr>
              <a:t>una</a:t>
            </a:r>
            <a:r>
              <a:rPr lang="en-US" sz="1400" b="0" dirty="0">
                <a:solidFill>
                  <a:srgbClr val="232A30"/>
                </a:solidFill>
                <a:latin typeface="Arial"/>
              </a:rPr>
              <a:t> </a:t>
            </a:r>
            <a:r>
              <a:rPr lang="en-US" sz="1400" b="0" dirty="0" err="1">
                <a:solidFill>
                  <a:srgbClr val="232A30"/>
                </a:solidFill>
                <a:latin typeface="Arial"/>
              </a:rPr>
              <a:t>solución</a:t>
            </a:r>
            <a:r>
              <a:rPr lang="en-US" sz="1400" b="0" dirty="0">
                <a:solidFill>
                  <a:srgbClr val="232A30"/>
                </a:solidFill>
                <a:latin typeface="Arial"/>
              </a:rPr>
              <a:t> web bajo ASP.NET MVC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sz="1400" b="0" dirty="0">
                <a:solidFill>
                  <a:srgbClr val="232A30"/>
                </a:solidFill>
                <a:latin typeface="Arial"/>
              </a:rPr>
              <a:t>/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sz="1400" b="0" dirty="0">
                <a:solidFill>
                  <a:srgbClr val="232A30"/>
                </a:solidFill>
                <a:latin typeface="Arial"/>
              </a:rPr>
              <a:t>C#, </a:t>
            </a:r>
            <a:r>
              <a:rPr lang="en-US" sz="1400" b="0" dirty="0" err="1">
                <a:solidFill>
                  <a:srgbClr val="232A30"/>
                </a:solidFill>
                <a:latin typeface="Arial"/>
              </a:rPr>
              <a:t>aplicando</a:t>
            </a:r>
            <a:r>
              <a:rPr lang="en-US" sz="1400" b="0" dirty="0">
                <a:solidFill>
                  <a:srgbClr val="232A30"/>
                </a:solidFill>
                <a:latin typeface="Arial"/>
              </a:rPr>
              <a:t> </a:t>
            </a:r>
            <a:r>
              <a:rPr lang="en-US" sz="1400" b="0" dirty="0" err="1">
                <a:solidFill>
                  <a:srgbClr val="232A30"/>
                </a:solidFill>
                <a:latin typeface="Arial"/>
              </a:rPr>
              <a:t>buenas</a:t>
            </a:r>
            <a:r>
              <a:rPr lang="en-US" sz="1400" b="0" dirty="0">
                <a:solidFill>
                  <a:srgbClr val="232A30"/>
                </a:solidFill>
                <a:latin typeface="Arial"/>
              </a:rPr>
              <a:t> </a:t>
            </a:r>
            <a:r>
              <a:rPr lang="en-US" sz="1400" b="0" dirty="0" err="1">
                <a:solidFill>
                  <a:srgbClr val="232A30"/>
                </a:solidFill>
                <a:latin typeface="Arial"/>
              </a:rPr>
              <a:t>prácticas</a:t>
            </a:r>
            <a:r>
              <a:rPr lang="en-US" dirty="0">
                <a:solidFill>
                  <a:srgbClr val="232A30"/>
                </a:solidFill>
              </a:rPr>
              <a:t> de </a:t>
            </a:r>
            <a:r>
              <a:rPr lang="en-US" dirty="0" err="1">
                <a:solidFill>
                  <a:srgbClr val="232A30"/>
                </a:solidFill>
              </a:rPr>
              <a:t>programación</a:t>
            </a:r>
            <a:r>
              <a:rPr lang="en-US" sz="1400" b="0" dirty="0">
                <a:solidFill>
                  <a:srgbClr val="232A30"/>
                </a:solidFill>
                <a:latin typeface="Arial"/>
              </a:rPr>
              <a:t>.</a:t>
            </a:r>
            <a:r>
              <a:rPr lang="en-US" dirty="0">
                <a:solidFill>
                  <a:srgbClr val="232A30"/>
                </a:solidFill>
              </a:rPr>
              <a:t> </a:t>
            </a:r>
            <a:endParaRPr lang="en-US" dirty="0"/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4B29EA27-2956-CAC4-9A5B-16DEFB375460}"/>
              </a:ext>
            </a:extLst>
          </p:cNvPr>
          <p:cNvSpPr/>
          <p:nvPr/>
        </p:nvSpPr>
        <p:spPr>
          <a:xfrm>
            <a:off x="3246120" y="2534920"/>
            <a:ext cx="2331720" cy="1965960"/>
          </a:xfrm>
          <a:prstGeom prst="roundRect">
            <a:avLst/>
          </a:prstGeom>
          <a:solidFill>
            <a:srgbClr val="F6F8FA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6AE57101-F52E-F7AB-91D3-1C951FB942B0}"/>
              </a:ext>
            </a:extLst>
          </p:cNvPr>
          <p:cNvSpPr txBox="1"/>
          <p:nvPr/>
        </p:nvSpPr>
        <p:spPr>
          <a:xfrm>
            <a:off x="3359912" y="2644648"/>
            <a:ext cx="207568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b="1" dirty="0" err="1">
                <a:solidFill>
                  <a:srgbClr val="1F395B"/>
                </a:solidFill>
                <a:latin typeface="Arial"/>
              </a:rPr>
              <a:t>Modelos</a:t>
            </a:r>
            <a:r>
              <a:rPr lang="en-US" b="1" dirty="0">
                <a:solidFill>
                  <a:srgbClr val="1F395B"/>
                </a:solidFill>
              </a:rPr>
              <a:t> </a:t>
            </a:r>
            <a:r>
              <a:rPr b="1" dirty="0">
                <a:solidFill>
                  <a:srgbClr val="1F395B"/>
                </a:solidFill>
                <a:latin typeface="Arial"/>
              </a:rPr>
              <a:t>de</a:t>
            </a:r>
            <a:r>
              <a:rPr lang="en-US" b="1" dirty="0">
                <a:solidFill>
                  <a:srgbClr val="1F395B"/>
                </a:solidFill>
              </a:rPr>
              <a:t> </a:t>
            </a:r>
            <a:r>
              <a:rPr b="1" dirty="0" err="1">
                <a:solidFill>
                  <a:srgbClr val="1F395B"/>
                </a:solidFill>
                <a:latin typeface="Arial"/>
              </a:rPr>
              <a:t>datos</a:t>
            </a:r>
            <a:endParaRPr lang="en-US" dirty="0" err="1"/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52A39C7B-9311-721C-AF6A-9F14971489E8}"/>
              </a:ext>
            </a:extLst>
          </p:cNvPr>
          <p:cNvSpPr txBox="1"/>
          <p:nvPr/>
        </p:nvSpPr>
        <p:spPr>
          <a:xfrm>
            <a:off x="3410712" y="3010408"/>
            <a:ext cx="2075687" cy="116955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0" dirty="0" err="1">
                <a:solidFill>
                  <a:srgbClr val="232A30"/>
                </a:solidFill>
                <a:latin typeface="Arial"/>
              </a:rPr>
              <a:t>Diseño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b="0" dirty="0">
                <a:solidFill>
                  <a:srgbClr val="232A30"/>
                </a:solidFill>
                <a:latin typeface="Arial"/>
              </a:rPr>
              <a:t>de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b="0" dirty="0" err="1">
                <a:solidFill>
                  <a:srgbClr val="232A30"/>
                </a:solidFill>
                <a:latin typeface="Arial"/>
              </a:rPr>
              <a:t>una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b="0" dirty="0">
                <a:solidFill>
                  <a:srgbClr val="232A30"/>
                </a:solidFill>
                <a:latin typeface="Arial"/>
              </a:rPr>
              <a:t>base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b="0" dirty="0">
                <a:solidFill>
                  <a:srgbClr val="232A30"/>
                </a:solidFill>
                <a:latin typeface="Arial"/>
              </a:rPr>
              <a:t>de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b="0" dirty="0" err="1">
                <a:solidFill>
                  <a:srgbClr val="232A30"/>
                </a:solidFill>
                <a:latin typeface="Arial"/>
              </a:rPr>
              <a:t>datos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b="0" dirty="0" err="1">
                <a:solidFill>
                  <a:srgbClr val="232A30"/>
                </a:solidFill>
                <a:latin typeface="Arial"/>
              </a:rPr>
              <a:t>relacional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dirty="0" err="1">
                <a:solidFill>
                  <a:srgbClr val="232A30"/>
                </a:solidFill>
              </a:rPr>
              <a:t>en</a:t>
            </a:r>
            <a:r>
              <a:rPr lang="en-US" dirty="0">
                <a:solidFill>
                  <a:srgbClr val="232A30"/>
                </a:solidFill>
              </a:rPr>
              <a:t> SQL </a:t>
            </a:r>
            <a:r>
              <a:rPr lang="en-US" b="0" dirty="0">
                <a:solidFill>
                  <a:srgbClr val="232A30"/>
                </a:solidFill>
                <a:latin typeface="Arial"/>
              </a:rPr>
              <a:t>Server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b="0" dirty="0">
                <a:solidFill>
                  <a:srgbClr val="232A30"/>
                </a:solidFill>
                <a:latin typeface="Arial"/>
              </a:rPr>
              <a:t>para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dirty="0" err="1">
                <a:solidFill>
                  <a:srgbClr val="232A30"/>
                </a:solidFill>
              </a:rPr>
              <a:t>soportar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dirty="0" err="1">
                <a:solidFill>
                  <a:srgbClr val="232A30"/>
                </a:solidFill>
              </a:rPr>
              <a:t>cliente</a:t>
            </a:r>
            <a:r>
              <a:rPr lang="en-US" b="0" dirty="0">
                <a:solidFill>
                  <a:srgbClr val="232A30"/>
                </a:solidFill>
                <a:latin typeface="Arial"/>
              </a:rPr>
              <a:t>,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dirty="0" err="1">
                <a:solidFill>
                  <a:srgbClr val="232A30"/>
                </a:solidFill>
              </a:rPr>
              <a:t>producto</a:t>
            </a:r>
            <a:r>
              <a:rPr lang="en-US" b="0" dirty="0">
                <a:solidFill>
                  <a:srgbClr val="232A30"/>
                </a:solidFill>
                <a:latin typeface="Arial"/>
              </a:rPr>
              <a:t>,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dirty="0" err="1">
                <a:solidFill>
                  <a:srgbClr val="232A30"/>
                </a:solidFill>
              </a:rPr>
              <a:t>empresas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b="0" dirty="0">
                <a:solidFill>
                  <a:srgbClr val="232A30"/>
                </a:solidFill>
                <a:latin typeface="Arial"/>
              </a:rPr>
              <a:t>y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b="0" dirty="0" err="1">
                <a:solidFill>
                  <a:srgbClr val="232A30"/>
                </a:solidFill>
                <a:latin typeface="Arial"/>
              </a:rPr>
              <a:t>ventas</a:t>
            </a:r>
            <a:r>
              <a:rPr lang="en-US" b="0" dirty="0">
                <a:solidFill>
                  <a:srgbClr val="232A30"/>
                </a:solidFill>
                <a:latin typeface="Arial"/>
              </a:rPr>
              <a:t>.</a:t>
            </a:r>
            <a:r>
              <a:rPr lang="en-US" dirty="0">
                <a:solidFill>
                  <a:srgbClr val="232A30"/>
                </a:solidFill>
              </a:rPr>
              <a:t> </a:t>
            </a:r>
            <a:endParaRPr lang="en-US" dirty="0"/>
          </a:p>
        </p:txBody>
      </p:sp>
      <p:sp>
        <p:nvSpPr>
          <p:cNvPr id="10" name="Rounded Rectangle 13">
            <a:extLst>
              <a:ext uri="{FF2B5EF4-FFF2-40B4-BE49-F238E27FC236}">
                <a16:creationId xmlns:a16="http://schemas.microsoft.com/office/drawing/2014/main" id="{8DBA1335-7073-9046-A09D-8001D2BC0129}"/>
              </a:ext>
            </a:extLst>
          </p:cNvPr>
          <p:cNvSpPr/>
          <p:nvPr/>
        </p:nvSpPr>
        <p:spPr>
          <a:xfrm>
            <a:off x="5760720" y="2534920"/>
            <a:ext cx="2331720" cy="1965960"/>
          </a:xfrm>
          <a:prstGeom prst="roundRect">
            <a:avLst/>
          </a:prstGeom>
          <a:solidFill>
            <a:srgbClr val="F6F8FA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1EC210D7-0B01-5F53-BBFC-4B179B8AB95E}"/>
              </a:ext>
            </a:extLst>
          </p:cNvPr>
          <p:cNvSpPr txBox="1"/>
          <p:nvPr/>
        </p:nvSpPr>
        <p:spPr>
          <a:xfrm>
            <a:off x="5864352" y="2644648"/>
            <a:ext cx="207568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b="1" dirty="0">
                <a:solidFill>
                  <a:srgbClr val="1F395B"/>
                </a:solidFill>
                <a:latin typeface="Arial"/>
              </a:rPr>
              <a:t>Calidad y </a:t>
            </a:r>
            <a:r>
              <a:rPr b="1" dirty="0" err="1">
                <a:solidFill>
                  <a:srgbClr val="1F395B"/>
                </a:solidFill>
                <a:latin typeface="Arial"/>
              </a:rPr>
              <a:t>gestión</a:t>
            </a:r>
            <a:endParaRPr lang="en-US" dirty="0" err="1"/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899EE3C9-E328-E72F-4EF0-8758A391AFC7}"/>
              </a:ext>
            </a:extLst>
          </p:cNvPr>
          <p:cNvSpPr txBox="1"/>
          <p:nvPr/>
        </p:nvSpPr>
        <p:spPr>
          <a:xfrm>
            <a:off x="5860788" y="3019627"/>
            <a:ext cx="2223171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400" b="0" dirty="0" err="1">
                <a:solidFill>
                  <a:srgbClr val="232A30"/>
                </a:solidFill>
                <a:latin typeface="Arial"/>
              </a:rPr>
              <a:t>Pruebas</a:t>
            </a:r>
            <a:r>
              <a:rPr lang="en-US" sz="1400" b="0" dirty="0">
                <a:solidFill>
                  <a:srgbClr val="232A30"/>
                </a:solidFill>
                <a:latin typeface="Arial"/>
              </a:rPr>
              <a:t>, control de </a:t>
            </a:r>
            <a:r>
              <a:rPr lang="en-US" sz="1400" b="0" dirty="0" err="1">
                <a:solidFill>
                  <a:srgbClr val="232A30"/>
                </a:solidFill>
                <a:latin typeface="Arial"/>
              </a:rPr>
              <a:t>versiones</a:t>
            </a:r>
            <a:r>
              <a:rPr lang="en-US" sz="1400" b="0" dirty="0">
                <a:solidFill>
                  <a:srgbClr val="232A30"/>
                </a:solidFill>
                <a:latin typeface="Arial"/>
              </a:rPr>
              <a:t> y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dirty="0" err="1">
                <a:solidFill>
                  <a:srgbClr val="232A30"/>
                </a:solidFill>
              </a:rPr>
              <a:t>organización</a:t>
            </a:r>
            <a:r>
              <a:rPr lang="en-US" sz="1400" b="0" dirty="0">
                <a:solidFill>
                  <a:srgbClr val="232A30"/>
                </a:solidFill>
                <a:latin typeface="Arial"/>
              </a:rPr>
              <a:t> del </a:t>
            </a:r>
            <a:r>
              <a:rPr lang="en-US" sz="1400" b="0" dirty="0" err="1">
                <a:solidFill>
                  <a:srgbClr val="232A30"/>
                </a:solidFill>
                <a:latin typeface="Arial"/>
              </a:rPr>
              <a:t>trabajo</a:t>
            </a:r>
            <a:r>
              <a:rPr lang="en-US" sz="1400" b="0" dirty="0">
                <a:solidFill>
                  <a:srgbClr val="232A30"/>
                </a:solidFill>
                <a:latin typeface="Arial"/>
              </a:rPr>
              <a:t> </a:t>
            </a:r>
            <a:r>
              <a:rPr lang="en-US" sz="1400" b="0" dirty="0" err="1">
                <a:solidFill>
                  <a:srgbClr val="232A30"/>
                </a:solidFill>
                <a:latin typeface="Arial"/>
              </a:rPr>
              <a:t>mediante</a:t>
            </a:r>
            <a:r>
              <a:rPr lang="en-US" sz="1400" b="0" dirty="0">
                <a:solidFill>
                  <a:srgbClr val="232A30"/>
                </a:solidFill>
                <a:latin typeface="Arial"/>
              </a:rPr>
              <a:t> un </a:t>
            </a:r>
            <a:r>
              <a:rPr lang="en-US" sz="1400" b="0" dirty="0" err="1">
                <a:solidFill>
                  <a:srgbClr val="232A30"/>
                </a:solidFill>
                <a:latin typeface="Arial"/>
              </a:rPr>
              <a:t>enfoque</a:t>
            </a:r>
            <a:r>
              <a:rPr lang="en-US" sz="1400" b="0" dirty="0">
                <a:solidFill>
                  <a:srgbClr val="232A30"/>
                </a:solidFill>
                <a:latin typeface="Arial"/>
              </a:rPr>
              <a:t> </a:t>
            </a:r>
            <a:r>
              <a:rPr lang="en-US" sz="1400" b="0" dirty="0" err="1">
                <a:solidFill>
                  <a:srgbClr val="232A30"/>
                </a:solidFill>
                <a:latin typeface="Arial"/>
              </a:rPr>
              <a:t>ágil</a:t>
            </a:r>
            <a:r>
              <a:rPr lang="en-US" sz="1400" b="0" dirty="0">
                <a:solidFill>
                  <a:srgbClr val="232A30"/>
                </a:solidFill>
                <a:latin typeface="Arial"/>
              </a:rPr>
              <a:t> individual.</a:t>
            </a:r>
            <a:r>
              <a:rPr lang="en-US" dirty="0">
                <a:solidFill>
                  <a:srgbClr val="232A30"/>
                </a:solidFill>
              </a:rPr>
              <a:t> </a:t>
            </a:r>
            <a:endParaRPr lang="en-US" dirty="0"/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763B6E21-D774-5FEC-B0B5-727A3B8ABDCF}"/>
              </a:ext>
            </a:extLst>
          </p:cNvPr>
          <p:cNvSpPr txBox="1"/>
          <p:nvPr/>
        </p:nvSpPr>
        <p:spPr>
          <a:xfrm>
            <a:off x="938858" y="5174103"/>
            <a:ext cx="7269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500" b="1">
                <a:solidFill>
                  <a:srgbClr val="232A30"/>
                </a:solidFill>
                <a:latin typeface="Arial"/>
              </a:rPr>
              <a:t>El proyecto integra análisis, arquitectura, programación, datos, seguridad, pruebas y gestión de proyecto.</a:t>
            </a:r>
          </a:p>
        </p:txBody>
      </p:sp>
    </p:spTree>
    <p:extLst>
      <p:ext uri="{BB962C8B-B14F-4D97-AF65-F5344CB8AC3E}">
        <p14:creationId xmlns:p14="http://schemas.microsoft.com/office/powerpoint/2010/main" val="3767601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Factibilidad del proyecto en la asignatura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E7FB7-18F0-BCA1-889A-E32BD6274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2B51FF-13C5-DC65-9206-8940276DA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Factibilidad del Proyecto</a:t>
            </a:r>
            <a:endParaRPr lang="es-CL" dirty="0"/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592E3C44-FD27-0ECE-094D-A93FF48E3921}"/>
              </a:ext>
            </a:extLst>
          </p:cNvPr>
          <p:cNvSpPr/>
          <p:nvPr/>
        </p:nvSpPr>
        <p:spPr>
          <a:xfrm>
            <a:off x="381615" y="1693336"/>
            <a:ext cx="2589448" cy="1828800"/>
          </a:xfrm>
          <a:prstGeom prst="roundRect">
            <a:avLst/>
          </a:prstGeom>
          <a:solidFill>
            <a:srgbClr val="F6F8FA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F7A63EE-0C04-C68F-2917-855E01A576C3}"/>
              </a:ext>
            </a:extLst>
          </p:cNvPr>
          <p:cNvSpPr txBox="1"/>
          <p:nvPr/>
        </p:nvSpPr>
        <p:spPr>
          <a:xfrm>
            <a:off x="758215" y="1803064"/>
            <a:ext cx="2121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1500" b="1">
                <a:solidFill>
                  <a:srgbClr val="1F395B"/>
                </a:solidFill>
                <a:latin typeface="Arial"/>
              </a:rPr>
              <a:t>Tiempo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5192043-DB62-2AF1-F22F-E297C8DEBB5E}"/>
              </a:ext>
            </a:extLst>
          </p:cNvPr>
          <p:cNvSpPr txBox="1"/>
          <p:nvPr/>
        </p:nvSpPr>
        <p:spPr>
          <a:xfrm>
            <a:off x="463248" y="2131954"/>
            <a:ext cx="2416375" cy="13849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400" b="0" dirty="0">
                <a:solidFill>
                  <a:srgbClr val="232A30"/>
                </a:solidFill>
                <a:latin typeface="Arial"/>
              </a:rPr>
              <a:t>MVP acotado a módulos esenciales. Desarrollo intensivo, seguido de pruebas y correcciones para completar el proyecto </a:t>
            </a:r>
            <a:r>
              <a:rPr lang="en-US" sz="1400" b="0" dirty="0" err="1">
                <a:solidFill>
                  <a:srgbClr val="232A30"/>
                </a:solidFill>
                <a:latin typeface="Arial"/>
              </a:rPr>
              <a:t>durante</a:t>
            </a:r>
            <a:r>
              <a:rPr lang="en-US" sz="1400" b="0" dirty="0">
                <a:solidFill>
                  <a:srgbClr val="232A30"/>
                </a:solidFill>
                <a:latin typeface="Arial"/>
              </a:rPr>
              <a:t> el </a:t>
            </a:r>
            <a:r>
              <a:rPr lang="en-US" sz="1400" b="0" dirty="0" err="1">
                <a:solidFill>
                  <a:srgbClr val="232A30"/>
                </a:solidFill>
                <a:latin typeface="Arial"/>
              </a:rPr>
              <a:t>semestre</a:t>
            </a:r>
            <a:r>
              <a:rPr lang="en-US" sz="1400" b="0" dirty="0">
                <a:solidFill>
                  <a:srgbClr val="232A30"/>
                </a:solidFill>
                <a:latin typeface="Arial"/>
              </a:rPr>
              <a:t>.</a:t>
            </a:r>
            <a:r>
              <a:rPr lang="en-US" dirty="0">
                <a:solidFill>
                  <a:srgbClr val="232A30"/>
                </a:solidFill>
              </a:rPr>
              <a:t> </a:t>
            </a:r>
            <a:endParaRPr lang="en-US" dirty="0"/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124DF9E6-2EC7-DF73-BB32-5338DE4FD80A}"/>
              </a:ext>
            </a:extLst>
          </p:cNvPr>
          <p:cNvSpPr/>
          <p:nvPr/>
        </p:nvSpPr>
        <p:spPr>
          <a:xfrm>
            <a:off x="3291103" y="1693336"/>
            <a:ext cx="2377440" cy="1828800"/>
          </a:xfrm>
          <a:prstGeom prst="roundRect">
            <a:avLst/>
          </a:prstGeom>
          <a:solidFill>
            <a:srgbClr val="F6F8FA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160FE25-CA46-3C23-11AE-259D97CE0930}"/>
              </a:ext>
            </a:extLst>
          </p:cNvPr>
          <p:cNvSpPr txBox="1"/>
          <p:nvPr/>
        </p:nvSpPr>
        <p:spPr>
          <a:xfrm>
            <a:off x="3455695" y="1803064"/>
            <a:ext cx="2121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1500" b="1">
                <a:solidFill>
                  <a:srgbClr val="1F395B"/>
                </a:solidFill>
                <a:latin typeface="Arial"/>
              </a:rPr>
              <a:t>Recursos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DC57C0D-2EF3-EF25-70EA-51787D5776FF}"/>
              </a:ext>
            </a:extLst>
          </p:cNvPr>
          <p:cNvSpPr txBox="1"/>
          <p:nvPr/>
        </p:nvSpPr>
        <p:spPr>
          <a:xfrm>
            <a:off x="3455695" y="2168824"/>
            <a:ext cx="2121408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1400" b="0" dirty="0">
                <a:solidFill>
                  <a:srgbClr val="232A30"/>
                </a:solidFill>
                <a:latin typeface="Arial"/>
              </a:rPr>
              <a:t>Notebook personal, Visual Studio/.NET, SQL Server 2022 Developer, Git/GitHub y Trello.</a:t>
            </a:r>
          </a:p>
        </p:txBody>
      </p:sp>
      <p:sp>
        <p:nvSpPr>
          <p:cNvPr id="12" name="Rounded Rectangle 12">
            <a:extLst>
              <a:ext uri="{FF2B5EF4-FFF2-40B4-BE49-F238E27FC236}">
                <a16:creationId xmlns:a16="http://schemas.microsoft.com/office/drawing/2014/main" id="{D7B7C057-A072-C27B-EA6A-911B103628BB}"/>
              </a:ext>
            </a:extLst>
          </p:cNvPr>
          <p:cNvSpPr/>
          <p:nvPr/>
        </p:nvSpPr>
        <p:spPr>
          <a:xfrm>
            <a:off x="5988583" y="1693336"/>
            <a:ext cx="2377440" cy="1828800"/>
          </a:xfrm>
          <a:prstGeom prst="roundRect">
            <a:avLst/>
          </a:prstGeom>
          <a:solidFill>
            <a:srgbClr val="F6F8FA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7381C30-8E58-6947-9A72-6BDC566B0893}"/>
              </a:ext>
            </a:extLst>
          </p:cNvPr>
          <p:cNvSpPr txBox="1"/>
          <p:nvPr/>
        </p:nvSpPr>
        <p:spPr>
          <a:xfrm>
            <a:off x="6153175" y="1803064"/>
            <a:ext cx="2121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1500" b="1" dirty="0" err="1">
                <a:solidFill>
                  <a:srgbClr val="1F395B"/>
                </a:solidFill>
                <a:latin typeface="Arial"/>
              </a:rPr>
              <a:t>Apoyo</a:t>
            </a:r>
            <a:r>
              <a:rPr sz="1500" b="1" dirty="0">
                <a:solidFill>
                  <a:srgbClr val="1F395B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1F395B"/>
                </a:solidFill>
                <a:latin typeface="Arial"/>
              </a:rPr>
              <a:t>técnico</a:t>
            </a:r>
            <a:endParaRPr sz="1500" b="1" dirty="0">
              <a:solidFill>
                <a:srgbClr val="1F395B"/>
              </a:solidFill>
              <a:latin typeface="Arial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512379F-3A23-7A6B-F642-483B74DD08F2}"/>
              </a:ext>
            </a:extLst>
          </p:cNvPr>
          <p:cNvSpPr txBox="1"/>
          <p:nvPr/>
        </p:nvSpPr>
        <p:spPr>
          <a:xfrm>
            <a:off x="6153175" y="2168824"/>
            <a:ext cx="2121408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1400" b="0" dirty="0" err="1">
                <a:solidFill>
                  <a:srgbClr val="232A30"/>
                </a:solidFill>
                <a:latin typeface="Arial"/>
              </a:rPr>
              <a:t>Documentación</a:t>
            </a:r>
            <a:r>
              <a:rPr sz="1400" b="0" dirty="0">
                <a:solidFill>
                  <a:srgbClr val="232A3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232A30"/>
                </a:solidFill>
                <a:latin typeface="Arial"/>
              </a:rPr>
              <a:t>oficial</a:t>
            </a:r>
            <a:r>
              <a:rPr sz="1400" b="0" dirty="0">
                <a:solidFill>
                  <a:srgbClr val="232A30"/>
                </a:solidFill>
                <a:latin typeface="Arial"/>
              </a:rPr>
              <a:t> de Microsoft</a:t>
            </a:r>
            <a:r>
              <a:rPr lang="es-CL" dirty="0">
                <a:solidFill>
                  <a:srgbClr val="232A30"/>
                </a:solidFill>
              </a:rPr>
              <a:t>  </a:t>
            </a:r>
            <a:r>
              <a:rPr sz="1400" b="0" dirty="0">
                <a:solidFill>
                  <a:srgbClr val="232A30"/>
                </a:solidFill>
                <a:latin typeface="Arial"/>
              </a:rPr>
              <a:t>y </a:t>
            </a:r>
            <a:r>
              <a:rPr sz="1400" b="0" dirty="0" err="1">
                <a:solidFill>
                  <a:srgbClr val="232A30"/>
                </a:solidFill>
                <a:latin typeface="Arial"/>
              </a:rPr>
              <a:t>revisiones</a:t>
            </a:r>
            <a:r>
              <a:rPr sz="1400" b="0" dirty="0">
                <a:solidFill>
                  <a:srgbClr val="232A3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232A30"/>
                </a:solidFill>
                <a:latin typeface="Arial"/>
              </a:rPr>
              <a:t>periódicas</a:t>
            </a:r>
            <a:r>
              <a:rPr sz="1400" b="0" dirty="0">
                <a:solidFill>
                  <a:srgbClr val="232A30"/>
                </a:solidFill>
                <a:latin typeface="Arial"/>
              </a:rPr>
              <a:t> con </a:t>
            </a:r>
            <a:r>
              <a:rPr sz="1400" b="0" dirty="0" err="1">
                <a:solidFill>
                  <a:srgbClr val="232A30"/>
                </a:solidFill>
                <a:latin typeface="Arial"/>
              </a:rPr>
              <a:t>el</a:t>
            </a:r>
            <a:r>
              <a:rPr sz="1400" b="0" dirty="0">
                <a:solidFill>
                  <a:srgbClr val="232A3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232A30"/>
                </a:solidFill>
                <a:latin typeface="Arial"/>
              </a:rPr>
              <a:t>docente</a:t>
            </a:r>
            <a:r>
              <a:rPr sz="1400" b="0" dirty="0">
                <a:solidFill>
                  <a:srgbClr val="232A3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232A30"/>
                </a:solidFill>
                <a:latin typeface="Arial"/>
              </a:rPr>
              <a:t>guía</a:t>
            </a:r>
            <a:r>
              <a:rPr sz="1400" b="0" dirty="0">
                <a:solidFill>
                  <a:srgbClr val="232A30"/>
                </a:solidFill>
                <a:latin typeface="Arial"/>
              </a:rPr>
              <a:t>.</a:t>
            </a: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7EB706D4-8D9A-A8F9-2610-A346FC9798CE}"/>
              </a:ext>
            </a:extLst>
          </p:cNvPr>
          <p:cNvSpPr txBox="1"/>
          <p:nvPr/>
        </p:nvSpPr>
        <p:spPr>
          <a:xfrm>
            <a:off x="961006" y="4104550"/>
            <a:ext cx="7218817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err="1">
                <a:solidFill>
                  <a:srgbClr val="232A30"/>
                </a:solidFill>
              </a:rPr>
              <a:t>Sobrecarga</a:t>
            </a:r>
            <a:r>
              <a:rPr lang="en-US" b="1" dirty="0">
                <a:solidFill>
                  <a:srgbClr val="232A30"/>
                </a:solidFill>
              </a:rPr>
              <a:t> de </a:t>
            </a:r>
            <a:r>
              <a:rPr lang="en-US" b="1" err="1">
                <a:solidFill>
                  <a:srgbClr val="232A30"/>
                </a:solidFill>
              </a:rPr>
              <a:t>alcance</a:t>
            </a:r>
            <a:r>
              <a:rPr lang="en-US" dirty="0">
                <a:solidFill>
                  <a:srgbClr val="232A30"/>
                </a:solidFill>
              </a:rPr>
              <a:t>: </a:t>
            </a:r>
            <a:r>
              <a:rPr lang="en-US" err="1">
                <a:solidFill>
                  <a:srgbClr val="232A30"/>
                </a:solidFill>
              </a:rPr>
              <a:t>Retraso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err="1">
                <a:solidFill>
                  <a:srgbClr val="232A30"/>
                </a:solidFill>
              </a:rPr>
              <a:t>en</a:t>
            </a:r>
            <a:r>
              <a:rPr lang="en-US" dirty="0">
                <a:solidFill>
                  <a:srgbClr val="232A30"/>
                </a:solidFill>
              </a:rPr>
              <a:t> las </a:t>
            </a:r>
            <a:r>
              <a:rPr lang="en-US" err="1">
                <a:solidFill>
                  <a:srgbClr val="232A30"/>
                </a:solidFill>
              </a:rPr>
              <a:t>entregas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err="1">
                <a:solidFill>
                  <a:srgbClr val="232A30"/>
                </a:solidFill>
              </a:rPr>
              <a:t>por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err="1">
                <a:solidFill>
                  <a:srgbClr val="232A30"/>
                </a:solidFill>
              </a:rPr>
              <a:t>intentar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err="1">
                <a:solidFill>
                  <a:srgbClr val="232A30"/>
                </a:solidFill>
              </a:rPr>
              <a:t>agregar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err="1">
                <a:solidFill>
                  <a:srgbClr val="232A30"/>
                </a:solidFill>
              </a:rPr>
              <a:t>funcionalidades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err="1">
                <a:solidFill>
                  <a:srgbClr val="232A30"/>
                </a:solidFill>
              </a:rPr>
              <a:t>secundarias</a:t>
            </a:r>
            <a:r>
              <a:rPr lang="en-US" dirty="0">
                <a:solidFill>
                  <a:srgbClr val="232A30"/>
                </a:solidFill>
              </a:rPr>
              <a:t> no </a:t>
            </a:r>
            <a:r>
              <a:rPr lang="en-US" sz="1400" b="0" err="1">
                <a:solidFill>
                  <a:srgbClr val="232A30"/>
                </a:solidFill>
                <a:latin typeface="Arial"/>
              </a:rPr>
              <a:t>esenciales</a:t>
            </a:r>
            <a:r>
              <a:rPr lang="en-US" sz="1400" b="0">
                <a:solidFill>
                  <a:srgbClr val="232A30"/>
                </a:solidFill>
                <a:latin typeface="Arial"/>
              </a:rPr>
              <a:t>.</a:t>
            </a:r>
            <a:r>
              <a:rPr lang="en-US">
                <a:solidFill>
                  <a:srgbClr val="232A30"/>
                </a:solidFill>
              </a:rPr>
              <a:t>  </a:t>
            </a:r>
            <a:endParaRPr lang="en-US"/>
          </a:p>
          <a:p>
            <a:endParaRPr lang="en-US" dirty="0">
              <a:solidFill>
                <a:srgbClr val="232A30"/>
              </a:solidFill>
            </a:endParaRPr>
          </a:p>
          <a:p>
            <a:r>
              <a:rPr lang="en-US" b="1" dirty="0" err="1">
                <a:solidFill>
                  <a:srgbClr val="232A30"/>
                </a:solidFill>
              </a:rPr>
              <a:t>Solución</a:t>
            </a:r>
            <a:r>
              <a:rPr lang="en-US" dirty="0">
                <a:solidFill>
                  <a:srgbClr val="232A30"/>
                </a:solidFill>
              </a:rPr>
              <a:t>: </a:t>
            </a:r>
            <a:r>
              <a:rPr lang="en-US" dirty="0" err="1">
                <a:solidFill>
                  <a:srgbClr val="232A30"/>
                </a:solidFill>
              </a:rPr>
              <a:t>cualquier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dirty="0" err="1">
                <a:solidFill>
                  <a:srgbClr val="232A30"/>
                </a:solidFill>
              </a:rPr>
              <a:t>funcionalidad</a:t>
            </a:r>
            <a:r>
              <a:rPr lang="en-US" dirty="0">
                <a:solidFill>
                  <a:srgbClr val="232A30"/>
                </a:solidFill>
              </a:rPr>
              <a:t> extra se </a:t>
            </a:r>
            <a:r>
              <a:rPr lang="en-US" dirty="0" err="1">
                <a:solidFill>
                  <a:srgbClr val="232A30"/>
                </a:solidFill>
              </a:rPr>
              <a:t>registra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dirty="0" err="1">
                <a:solidFill>
                  <a:srgbClr val="232A30"/>
                </a:solidFill>
              </a:rPr>
              <a:t>en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sz="1400" b="0" dirty="0">
                <a:solidFill>
                  <a:srgbClr val="232A30"/>
                </a:solidFill>
                <a:latin typeface="Arial"/>
              </a:rPr>
              <a:t>el </a:t>
            </a:r>
            <a:r>
              <a:rPr lang="en-US" dirty="0">
                <a:solidFill>
                  <a:srgbClr val="232A30"/>
                </a:solidFill>
              </a:rPr>
              <a:t>Backlog </a:t>
            </a:r>
            <a:r>
              <a:rPr lang="en-US" dirty="0" err="1">
                <a:solidFill>
                  <a:srgbClr val="232A30"/>
                </a:solidFill>
              </a:rPr>
              <a:t>como</a:t>
            </a:r>
            <a:r>
              <a:rPr lang="en-US" dirty="0">
                <a:solidFill>
                  <a:srgbClr val="232A30"/>
                </a:solidFill>
              </a:rPr>
              <a:t> "</a:t>
            </a:r>
            <a:r>
              <a:rPr lang="en-US" dirty="0" err="1">
                <a:solidFill>
                  <a:srgbClr val="232A30"/>
                </a:solidFill>
              </a:rPr>
              <a:t>Trabajo</a:t>
            </a:r>
            <a:r>
              <a:rPr lang="en-US" dirty="0">
                <a:solidFill>
                  <a:srgbClr val="232A30"/>
                </a:solidFill>
              </a:rPr>
              <a:t> Futuro".  </a:t>
            </a:r>
            <a:endParaRPr lang="en-US" dirty="0"/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238962D3-2AEE-3493-EE9F-7C65CA48C327}"/>
              </a:ext>
            </a:extLst>
          </p:cNvPr>
          <p:cNvSpPr txBox="1"/>
          <p:nvPr/>
        </p:nvSpPr>
        <p:spPr>
          <a:xfrm>
            <a:off x="961005" y="5367380"/>
            <a:ext cx="7218817" cy="116955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 err="1">
                <a:solidFill>
                  <a:srgbClr val="232A30"/>
                </a:solidFill>
              </a:rPr>
              <a:t>Pérdida</a:t>
            </a:r>
            <a:r>
              <a:rPr lang="en-US" b="1" dirty="0">
                <a:solidFill>
                  <a:srgbClr val="232A30"/>
                </a:solidFill>
              </a:rPr>
              <a:t> o </a:t>
            </a:r>
            <a:r>
              <a:rPr lang="en-US" b="1" dirty="0" err="1">
                <a:solidFill>
                  <a:srgbClr val="232A30"/>
                </a:solidFill>
              </a:rPr>
              <a:t>corrupción</a:t>
            </a:r>
            <a:r>
              <a:rPr lang="en-US" b="1" dirty="0">
                <a:solidFill>
                  <a:srgbClr val="232A30"/>
                </a:solidFill>
              </a:rPr>
              <a:t> de </a:t>
            </a:r>
            <a:r>
              <a:rPr lang="en-US" b="1" dirty="0" err="1">
                <a:solidFill>
                  <a:srgbClr val="232A30"/>
                </a:solidFill>
              </a:rPr>
              <a:t>código</a:t>
            </a:r>
            <a:r>
              <a:rPr lang="en-US" b="1" dirty="0">
                <a:solidFill>
                  <a:srgbClr val="232A30"/>
                </a:solidFill>
              </a:rPr>
              <a:t> y </a:t>
            </a:r>
            <a:r>
              <a:rPr lang="en-US" b="1" dirty="0" err="1">
                <a:solidFill>
                  <a:srgbClr val="232A30"/>
                </a:solidFill>
              </a:rPr>
              <a:t>datos</a:t>
            </a:r>
            <a:r>
              <a:rPr lang="en-US" b="1" dirty="0">
                <a:solidFill>
                  <a:srgbClr val="232A30"/>
                </a:solidFill>
              </a:rPr>
              <a:t> locales</a:t>
            </a:r>
            <a:r>
              <a:rPr lang="en-US" dirty="0">
                <a:solidFill>
                  <a:srgbClr val="232A30"/>
                </a:solidFill>
              </a:rPr>
              <a:t>: </a:t>
            </a:r>
            <a:r>
              <a:rPr lang="en-US" dirty="0" err="1">
                <a:solidFill>
                  <a:srgbClr val="232A30"/>
                </a:solidFill>
              </a:rPr>
              <a:t>Pérdida</a:t>
            </a:r>
            <a:r>
              <a:rPr lang="en-US" dirty="0">
                <a:solidFill>
                  <a:srgbClr val="232A30"/>
                </a:solidFill>
              </a:rPr>
              <a:t> de horas de </a:t>
            </a:r>
            <a:r>
              <a:rPr lang="en-US" dirty="0" err="1">
                <a:solidFill>
                  <a:srgbClr val="232A30"/>
                </a:solidFill>
              </a:rPr>
              <a:t>trabajo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dirty="0" err="1">
                <a:solidFill>
                  <a:srgbClr val="232A30"/>
                </a:solidFill>
              </a:rPr>
              <a:t>por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dirty="0" err="1">
                <a:solidFill>
                  <a:srgbClr val="232A30"/>
                </a:solidFill>
              </a:rPr>
              <a:t>fallos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dirty="0" err="1">
                <a:solidFill>
                  <a:srgbClr val="232A30"/>
                </a:solidFill>
              </a:rPr>
              <a:t>en</a:t>
            </a:r>
            <a:r>
              <a:rPr lang="en-US" dirty="0">
                <a:solidFill>
                  <a:srgbClr val="232A30"/>
                </a:solidFill>
              </a:rPr>
              <a:t> el </a:t>
            </a:r>
            <a:r>
              <a:rPr lang="en-US" dirty="0" err="1">
                <a:solidFill>
                  <a:srgbClr val="232A30"/>
                </a:solidFill>
              </a:rPr>
              <a:t>desarrollo</a:t>
            </a:r>
            <a:r>
              <a:rPr lang="en-US" sz="1400" b="0" dirty="0">
                <a:solidFill>
                  <a:srgbClr val="232A30"/>
                </a:solidFill>
                <a:latin typeface="Arial"/>
              </a:rPr>
              <a:t>.</a:t>
            </a:r>
            <a:r>
              <a:rPr lang="en-US" dirty="0">
                <a:solidFill>
                  <a:srgbClr val="232A30"/>
                </a:solidFill>
              </a:rPr>
              <a:t>  </a:t>
            </a:r>
            <a:endParaRPr lang="en-US" dirty="0"/>
          </a:p>
          <a:p>
            <a:endParaRPr lang="en-US"/>
          </a:p>
          <a:p>
            <a:r>
              <a:rPr lang="en-US" b="1" dirty="0" err="1">
                <a:solidFill>
                  <a:srgbClr val="232A30"/>
                </a:solidFill>
              </a:rPr>
              <a:t>Solución</a:t>
            </a:r>
            <a:r>
              <a:rPr lang="en-US" dirty="0">
                <a:solidFill>
                  <a:srgbClr val="232A30"/>
                </a:solidFill>
              </a:rPr>
              <a:t>: </a:t>
            </a:r>
            <a:r>
              <a:rPr lang="en-US" dirty="0" err="1">
                <a:solidFill>
                  <a:srgbClr val="232A30"/>
                </a:solidFill>
              </a:rPr>
              <a:t>Respaldo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dirty="0" err="1">
                <a:solidFill>
                  <a:srgbClr val="232A30"/>
                </a:solidFill>
              </a:rPr>
              <a:t>diario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dirty="0" err="1">
                <a:solidFill>
                  <a:srgbClr val="232A30"/>
                </a:solidFill>
              </a:rPr>
              <a:t>mediante</a:t>
            </a:r>
            <a:r>
              <a:rPr lang="en-US" dirty="0">
                <a:solidFill>
                  <a:srgbClr val="232A30"/>
                </a:solidFill>
              </a:rPr>
              <a:t> commits y push a </a:t>
            </a:r>
            <a:r>
              <a:rPr lang="en-US" dirty="0" err="1">
                <a:solidFill>
                  <a:srgbClr val="232A30"/>
                </a:solidFill>
              </a:rPr>
              <a:t>ramas</a:t>
            </a:r>
            <a:r>
              <a:rPr lang="en-US" dirty="0">
                <a:solidFill>
                  <a:srgbClr val="232A30"/>
                </a:solidFill>
              </a:rPr>
              <a:t> de </a:t>
            </a:r>
            <a:r>
              <a:rPr lang="en-US" dirty="0" err="1">
                <a:solidFill>
                  <a:srgbClr val="232A30"/>
                </a:solidFill>
              </a:rPr>
              <a:t>desarrollo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dirty="0" err="1">
                <a:solidFill>
                  <a:srgbClr val="232A30"/>
                </a:solidFill>
              </a:rPr>
              <a:t>en</a:t>
            </a:r>
            <a:r>
              <a:rPr lang="en-US" dirty="0">
                <a:solidFill>
                  <a:srgbClr val="232A30"/>
                </a:solidFill>
              </a:rPr>
              <a:t> GitHub, </a:t>
            </a:r>
            <a:r>
              <a:rPr lang="en-US" dirty="0" err="1">
                <a:solidFill>
                  <a:srgbClr val="232A30"/>
                </a:solidFill>
              </a:rPr>
              <a:t>sumado</a:t>
            </a:r>
            <a:r>
              <a:rPr lang="en-US" dirty="0">
                <a:solidFill>
                  <a:srgbClr val="232A30"/>
                </a:solidFill>
              </a:rPr>
              <a:t> a scripts de </a:t>
            </a:r>
            <a:r>
              <a:rPr lang="en-US" dirty="0" err="1">
                <a:solidFill>
                  <a:srgbClr val="232A30"/>
                </a:solidFill>
              </a:rPr>
              <a:t>creación</a:t>
            </a:r>
            <a:r>
              <a:rPr lang="en-US" dirty="0">
                <a:solidFill>
                  <a:srgbClr val="232A30"/>
                </a:solidFill>
              </a:rPr>
              <a:t> y población de la base de </a:t>
            </a:r>
            <a:r>
              <a:rPr lang="en-US" dirty="0" err="1">
                <a:solidFill>
                  <a:srgbClr val="232A30"/>
                </a:solidFill>
              </a:rPr>
              <a:t>datos</a:t>
            </a:r>
            <a:r>
              <a:rPr lang="en-US" dirty="0">
                <a:solidFill>
                  <a:srgbClr val="232A30"/>
                </a:solidFill>
              </a:rPr>
              <a:t>.   </a:t>
            </a:r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C2A94C-40F7-334E-5AFB-735265A255BD}"/>
              </a:ext>
            </a:extLst>
          </p:cNvPr>
          <p:cNvCxnSpPr/>
          <p:nvPr/>
        </p:nvCxnSpPr>
        <p:spPr>
          <a:xfrm flipV="1">
            <a:off x="531044" y="5254822"/>
            <a:ext cx="8008714" cy="9588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4995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proyecto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E7B6B-28F5-B540-BEFD-2002DC1DD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CE32D-9E2F-1645-1A2B-7626976F6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Objetivos del Proyecto</a:t>
            </a:r>
            <a:endParaRPr lang="es-CL" dirty="0"/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FEB7F06F-7A49-4E2B-08EB-01076DF6E708}"/>
              </a:ext>
            </a:extLst>
          </p:cNvPr>
          <p:cNvSpPr/>
          <p:nvPr/>
        </p:nvSpPr>
        <p:spPr>
          <a:xfrm>
            <a:off x="381615" y="1693336"/>
            <a:ext cx="7981827" cy="1248083"/>
          </a:xfrm>
          <a:prstGeom prst="roundRect">
            <a:avLst/>
          </a:prstGeom>
          <a:solidFill>
            <a:srgbClr val="F6F8FA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B38CBF6-3A7B-06A6-B1FA-1DBEA186EB4F}"/>
              </a:ext>
            </a:extLst>
          </p:cNvPr>
          <p:cNvSpPr txBox="1"/>
          <p:nvPr/>
        </p:nvSpPr>
        <p:spPr>
          <a:xfrm>
            <a:off x="758215" y="1803064"/>
            <a:ext cx="6536706" cy="3200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500" b="1" dirty="0" err="1">
                <a:solidFill>
                  <a:srgbClr val="1F395B"/>
                </a:solidFill>
              </a:rPr>
              <a:t>Objetivo</a:t>
            </a:r>
            <a:r>
              <a:rPr lang="en-US" sz="1500" b="1" dirty="0">
                <a:solidFill>
                  <a:srgbClr val="1F395B"/>
                </a:solidFill>
              </a:rPr>
              <a:t> General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416113-D7E2-B3CC-DF96-0B271B291FB6}"/>
              </a:ext>
            </a:extLst>
          </p:cNvPr>
          <p:cNvSpPr txBox="1"/>
          <p:nvPr/>
        </p:nvSpPr>
        <p:spPr>
          <a:xfrm>
            <a:off x="463248" y="2131954"/>
            <a:ext cx="7440044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 err="1">
                <a:solidFill>
                  <a:srgbClr val="232A30"/>
                </a:solidFill>
              </a:rPr>
              <a:t>Desarrollar</a:t>
            </a:r>
            <a:r>
              <a:rPr lang="en-US" dirty="0">
                <a:solidFill>
                  <a:srgbClr val="232A30"/>
                </a:solidFill>
              </a:rPr>
              <a:t> un SaaS de </a:t>
            </a:r>
            <a:r>
              <a:rPr lang="en-US" dirty="0" err="1">
                <a:solidFill>
                  <a:srgbClr val="232A30"/>
                </a:solidFill>
              </a:rPr>
              <a:t>ventas</a:t>
            </a:r>
            <a:r>
              <a:rPr lang="en-US" dirty="0">
                <a:solidFill>
                  <a:srgbClr val="232A30"/>
                </a:solidFill>
              </a:rPr>
              <a:t> web </a:t>
            </a:r>
            <a:r>
              <a:rPr lang="en-US" dirty="0" err="1">
                <a:solidFill>
                  <a:srgbClr val="232A30"/>
                </a:solidFill>
              </a:rPr>
              <a:t>que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dirty="0" err="1">
                <a:solidFill>
                  <a:srgbClr val="232A30"/>
                </a:solidFill>
              </a:rPr>
              <a:t>permita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sz="1400" b="0" dirty="0">
                <a:solidFill>
                  <a:srgbClr val="232A30"/>
                </a:solidFill>
                <a:latin typeface="Arial"/>
              </a:rPr>
              <a:t>a </a:t>
            </a:r>
            <a:r>
              <a:rPr lang="en-US" dirty="0" err="1">
                <a:solidFill>
                  <a:srgbClr val="232A30"/>
                </a:solidFill>
              </a:rPr>
              <a:t>distintas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dirty="0" err="1">
                <a:solidFill>
                  <a:srgbClr val="232A30"/>
                </a:solidFill>
              </a:rPr>
              <a:t>empresas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dirty="0" err="1">
                <a:solidFill>
                  <a:srgbClr val="232A30"/>
                </a:solidFill>
              </a:rPr>
              <a:t>gestionar</a:t>
            </a:r>
            <a:r>
              <a:rPr lang="en-US" dirty="0">
                <a:solidFill>
                  <a:srgbClr val="232A30"/>
                </a:solidFill>
              </a:rPr>
              <a:t> de forma </a:t>
            </a:r>
            <a:r>
              <a:rPr lang="en-US" dirty="0" err="1">
                <a:solidFill>
                  <a:srgbClr val="232A30"/>
                </a:solidFill>
              </a:rPr>
              <a:t>independiente</a:t>
            </a:r>
            <a:r>
              <a:rPr lang="en-US" dirty="0">
                <a:solidFill>
                  <a:srgbClr val="232A30"/>
                </a:solidFill>
              </a:rPr>
              <a:t> sus </a:t>
            </a:r>
            <a:r>
              <a:rPr lang="en-US" dirty="0" err="1">
                <a:solidFill>
                  <a:srgbClr val="232A30"/>
                </a:solidFill>
              </a:rPr>
              <a:t>cliente</a:t>
            </a:r>
            <a:r>
              <a:rPr lang="en-US" sz="1400" b="0" dirty="0">
                <a:solidFill>
                  <a:srgbClr val="232A30"/>
                </a:solidFill>
                <a:latin typeface="Arial"/>
              </a:rPr>
              <a:t>, </a:t>
            </a:r>
            <a:r>
              <a:rPr lang="en-US" dirty="0" err="1">
                <a:solidFill>
                  <a:srgbClr val="232A30"/>
                </a:solidFill>
              </a:rPr>
              <a:t>productos</a:t>
            </a:r>
            <a:r>
              <a:rPr lang="en-US" dirty="0">
                <a:solidFill>
                  <a:srgbClr val="232A30"/>
                </a:solidFill>
              </a:rPr>
              <a:t> y </a:t>
            </a:r>
            <a:r>
              <a:rPr lang="en-US" dirty="0" err="1">
                <a:solidFill>
                  <a:srgbClr val="232A30"/>
                </a:solidFill>
              </a:rPr>
              <a:t>procesos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sz="1400" b="0" dirty="0">
                <a:solidFill>
                  <a:srgbClr val="232A30"/>
                </a:solidFill>
                <a:latin typeface="Arial"/>
              </a:rPr>
              <a:t>de </a:t>
            </a:r>
            <a:r>
              <a:rPr lang="en-US" dirty="0" err="1">
                <a:solidFill>
                  <a:srgbClr val="232A30"/>
                </a:solidFill>
              </a:rPr>
              <a:t>venta</a:t>
            </a:r>
            <a:r>
              <a:rPr lang="en-US" sz="1400" b="0" dirty="0">
                <a:solidFill>
                  <a:srgbClr val="232A30"/>
                </a:solidFill>
                <a:latin typeface="Arial"/>
              </a:rPr>
              <a:t>.</a:t>
            </a:r>
            <a:r>
              <a:rPr lang="en-US" dirty="0">
                <a:solidFill>
                  <a:srgbClr val="232A30"/>
                </a:solidFill>
              </a:rPr>
              <a:t>   </a:t>
            </a:r>
            <a:endParaRPr lang="en-US" dirty="0"/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9C9CEDA7-84C4-21D6-0969-37C387BF3601}"/>
              </a:ext>
            </a:extLst>
          </p:cNvPr>
          <p:cNvSpPr/>
          <p:nvPr/>
        </p:nvSpPr>
        <p:spPr>
          <a:xfrm>
            <a:off x="381613" y="3223480"/>
            <a:ext cx="7981827" cy="2658397"/>
          </a:xfrm>
          <a:prstGeom prst="roundRect">
            <a:avLst/>
          </a:prstGeom>
          <a:solidFill>
            <a:srgbClr val="F6F8FA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78C64C26-3DC5-3969-7254-C3D44E6AD642}"/>
              </a:ext>
            </a:extLst>
          </p:cNvPr>
          <p:cNvSpPr txBox="1"/>
          <p:nvPr/>
        </p:nvSpPr>
        <p:spPr>
          <a:xfrm>
            <a:off x="748996" y="3333208"/>
            <a:ext cx="6536706" cy="3200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500" b="1" dirty="0" err="1">
                <a:solidFill>
                  <a:srgbClr val="1F395B"/>
                </a:solidFill>
              </a:rPr>
              <a:t>Objetivos</a:t>
            </a:r>
            <a:r>
              <a:rPr lang="en-US" sz="1500" b="1" dirty="0">
                <a:solidFill>
                  <a:srgbClr val="1F395B"/>
                </a:solidFill>
              </a:rPr>
              <a:t> </a:t>
            </a:r>
            <a:r>
              <a:rPr lang="en-US" sz="1500" b="1" dirty="0" err="1">
                <a:solidFill>
                  <a:srgbClr val="1F395B"/>
                </a:solidFill>
              </a:rPr>
              <a:t>Especificos</a:t>
            </a:r>
            <a:endParaRPr lang="en-US" dirty="0" err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C9EA06-B0BF-5CD6-1185-317F7B89B284}"/>
              </a:ext>
            </a:extLst>
          </p:cNvPr>
          <p:cNvSpPr txBox="1"/>
          <p:nvPr/>
        </p:nvSpPr>
        <p:spPr>
          <a:xfrm>
            <a:off x="776650" y="3735840"/>
            <a:ext cx="7440044" cy="20313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har char="•"/>
            </a:pPr>
            <a:r>
              <a:rPr lang="en-US" dirty="0" err="1">
                <a:solidFill>
                  <a:srgbClr val="232A30"/>
                </a:solidFill>
              </a:rPr>
              <a:t>Diseñar</a:t>
            </a:r>
            <a:r>
              <a:rPr lang="en-US" dirty="0">
                <a:solidFill>
                  <a:srgbClr val="232A30"/>
                </a:solidFill>
              </a:rPr>
              <a:t> e </a:t>
            </a:r>
            <a:r>
              <a:rPr lang="en-US" dirty="0" err="1">
                <a:solidFill>
                  <a:srgbClr val="232A30"/>
                </a:solidFill>
              </a:rPr>
              <a:t>implementar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dirty="0" err="1">
                <a:solidFill>
                  <a:srgbClr val="232A30"/>
                </a:solidFill>
              </a:rPr>
              <a:t>una</a:t>
            </a:r>
            <a:r>
              <a:rPr lang="en-US" dirty="0">
                <a:solidFill>
                  <a:srgbClr val="232A30"/>
                </a:solidFill>
              </a:rPr>
              <a:t> base de </a:t>
            </a:r>
            <a:r>
              <a:rPr lang="en-US" dirty="0" err="1">
                <a:solidFill>
                  <a:srgbClr val="232A30"/>
                </a:solidFill>
              </a:rPr>
              <a:t>datos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dirty="0" err="1">
                <a:solidFill>
                  <a:srgbClr val="232A30"/>
                </a:solidFill>
              </a:rPr>
              <a:t>relacional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dirty="0" err="1">
                <a:solidFill>
                  <a:srgbClr val="232A30"/>
                </a:solidFill>
              </a:rPr>
              <a:t>que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dirty="0" err="1">
                <a:solidFill>
                  <a:srgbClr val="232A30"/>
                </a:solidFill>
              </a:rPr>
              <a:t>soporte</a:t>
            </a:r>
            <a:r>
              <a:rPr lang="en-US" dirty="0">
                <a:solidFill>
                  <a:srgbClr val="232A30"/>
                </a:solidFill>
              </a:rPr>
              <a:t> la </a:t>
            </a:r>
            <a:r>
              <a:rPr lang="en-US" dirty="0" err="1">
                <a:solidFill>
                  <a:srgbClr val="232A30"/>
                </a:solidFill>
              </a:rPr>
              <a:t>operación</a:t>
            </a:r>
            <a:r>
              <a:rPr lang="en-US" dirty="0">
                <a:solidFill>
                  <a:srgbClr val="232A30"/>
                </a:solidFill>
              </a:rPr>
              <a:t> de </a:t>
            </a:r>
            <a:r>
              <a:rPr lang="en-US" dirty="0" err="1">
                <a:solidFill>
                  <a:srgbClr val="232A30"/>
                </a:solidFill>
              </a:rPr>
              <a:t>múltiples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dirty="0" err="1">
                <a:solidFill>
                  <a:srgbClr val="232A30"/>
                </a:solidFill>
              </a:rPr>
              <a:t>empresas</a:t>
            </a:r>
            <a:r>
              <a:rPr lang="en-US" dirty="0">
                <a:solidFill>
                  <a:srgbClr val="232A30"/>
                </a:solidFill>
              </a:rPr>
              <a:t>. </a:t>
            </a:r>
            <a:endParaRPr lang="en-US" dirty="0"/>
          </a:p>
          <a:p>
            <a:pPr marL="285750" indent="-285750">
              <a:buChar char="•"/>
            </a:pPr>
            <a:endParaRPr lang="en-US"/>
          </a:p>
          <a:p>
            <a:pPr marL="285750" indent="-285750">
              <a:buChar char="•"/>
            </a:pPr>
            <a:r>
              <a:rPr lang="en-US" dirty="0" err="1">
                <a:solidFill>
                  <a:srgbClr val="232A30"/>
                </a:solidFill>
              </a:rPr>
              <a:t>Desarrollar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dirty="0" err="1">
                <a:solidFill>
                  <a:srgbClr val="232A30"/>
                </a:solidFill>
              </a:rPr>
              <a:t>los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dirty="0" err="1">
                <a:solidFill>
                  <a:srgbClr val="232A30"/>
                </a:solidFill>
              </a:rPr>
              <a:t>módulos</a:t>
            </a:r>
            <a:r>
              <a:rPr lang="en-US" dirty="0">
                <a:solidFill>
                  <a:srgbClr val="232A30"/>
                </a:solidFill>
              </a:rPr>
              <a:t> de </a:t>
            </a:r>
            <a:r>
              <a:rPr lang="en-US" dirty="0" err="1">
                <a:solidFill>
                  <a:srgbClr val="232A30"/>
                </a:solidFill>
              </a:rPr>
              <a:t>seguridad</a:t>
            </a:r>
            <a:r>
              <a:rPr lang="en-US" dirty="0">
                <a:solidFill>
                  <a:srgbClr val="232A30"/>
                </a:solidFill>
              </a:rPr>
              <a:t> y </a:t>
            </a:r>
            <a:r>
              <a:rPr lang="en-US" dirty="0" err="1">
                <a:solidFill>
                  <a:srgbClr val="232A30"/>
                </a:solidFill>
              </a:rPr>
              <a:t>gestión</a:t>
            </a:r>
            <a:r>
              <a:rPr lang="en-US" dirty="0">
                <a:solidFill>
                  <a:srgbClr val="232A30"/>
                </a:solidFill>
              </a:rPr>
              <a:t> de </a:t>
            </a:r>
            <a:r>
              <a:rPr lang="en-US" dirty="0" err="1">
                <a:solidFill>
                  <a:srgbClr val="232A30"/>
                </a:solidFill>
              </a:rPr>
              <a:t>clientes</a:t>
            </a:r>
            <a:r>
              <a:rPr lang="en-US" sz="1400" b="0" dirty="0">
                <a:solidFill>
                  <a:srgbClr val="232A30"/>
                </a:solidFill>
                <a:latin typeface="Arial"/>
              </a:rPr>
              <a:t>, </a:t>
            </a:r>
            <a:r>
              <a:rPr lang="en-US" dirty="0" err="1">
                <a:solidFill>
                  <a:srgbClr val="232A30"/>
                </a:solidFill>
              </a:rPr>
              <a:t>productos</a:t>
            </a:r>
            <a:r>
              <a:rPr lang="en-US" dirty="0">
                <a:solidFill>
                  <a:srgbClr val="232A30"/>
                </a:solidFill>
              </a:rPr>
              <a:t> y </a:t>
            </a:r>
            <a:r>
              <a:rPr lang="en-US" dirty="0" err="1">
                <a:solidFill>
                  <a:srgbClr val="232A30"/>
                </a:solidFill>
              </a:rPr>
              <a:t>empresas</a:t>
            </a:r>
            <a:r>
              <a:rPr lang="en-US" dirty="0">
                <a:solidFill>
                  <a:srgbClr val="232A30"/>
                </a:solidFill>
              </a:rPr>
              <a:t>. </a:t>
            </a:r>
            <a:endParaRPr lang="en-US" dirty="0"/>
          </a:p>
          <a:p>
            <a:pPr marL="285750" indent="-285750">
              <a:buChar char="•"/>
            </a:pPr>
            <a:endParaRPr lang="en-US"/>
          </a:p>
          <a:p>
            <a:pPr marL="285750" indent="-285750">
              <a:buChar char="•"/>
            </a:pPr>
            <a:r>
              <a:rPr lang="en-US" dirty="0" err="1">
                <a:solidFill>
                  <a:srgbClr val="232A30"/>
                </a:solidFill>
              </a:rPr>
              <a:t>Implementar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dirty="0" err="1">
                <a:solidFill>
                  <a:srgbClr val="232A30"/>
                </a:solidFill>
              </a:rPr>
              <a:t>proceso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dirty="0" err="1">
                <a:solidFill>
                  <a:srgbClr val="232A30"/>
                </a:solidFill>
              </a:rPr>
              <a:t>transaccional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sz="1400" b="0" dirty="0">
                <a:solidFill>
                  <a:srgbClr val="232A30"/>
                </a:solidFill>
                <a:latin typeface="Arial"/>
              </a:rPr>
              <a:t>de </a:t>
            </a:r>
            <a:r>
              <a:rPr lang="en-US" dirty="0" err="1">
                <a:solidFill>
                  <a:srgbClr val="232A30"/>
                </a:solidFill>
              </a:rPr>
              <a:t>ventas</a:t>
            </a:r>
            <a:r>
              <a:rPr lang="en-US" dirty="0">
                <a:solidFill>
                  <a:srgbClr val="232A30"/>
                </a:solidFill>
              </a:rPr>
              <a:t>. </a:t>
            </a:r>
            <a:endParaRPr lang="en-US" dirty="0"/>
          </a:p>
          <a:p>
            <a:pPr marL="285750" indent="-285750">
              <a:buChar char="•"/>
            </a:pPr>
            <a:endParaRPr lang="en-US"/>
          </a:p>
          <a:p>
            <a:pPr marL="285750" indent="-285750">
              <a:buChar char="•"/>
            </a:pPr>
            <a:r>
              <a:rPr lang="en-US" dirty="0" err="1">
                <a:solidFill>
                  <a:srgbClr val="232A30"/>
                </a:solidFill>
              </a:rPr>
              <a:t>Realizar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dirty="0" err="1">
                <a:solidFill>
                  <a:srgbClr val="232A30"/>
                </a:solidFill>
              </a:rPr>
              <a:t>pruebas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dirty="0" err="1">
                <a:solidFill>
                  <a:srgbClr val="232A30"/>
                </a:solidFill>
              </a:rPr>
              <a:t>funcionales</a:t>
            </a:r>
            <a:r>
              <a:rPr lang="en-US" dirty="0">
                <a:solidFill>
                  <a:srgbClr val="232A30"/>
                </a:solidFill>
              </a:rPr>
              <a:t> e </a:t>
            </a:r>
            <a:r>
              <a:rPr lang="en-US" dirty="0" err="1">
                <a:solidFill>
                  <a:srgbClr val="232A30"/>
                </a:solidFill>
              </a:rPr>
              <a:t>integrales</a:t>
            </a:r>
            <a:r>
              <a:rPr lang="en-US" dirty="0">
                <a:solidFill>
                  <a:srgbClr val="232A30"/>
                </a:solidFill>
              </a:rPr>
              <a:t> para </a:t>
            </a:r>
            <a:r>
              <a:rPr lang="en-US" dirty="0" err="1">
                <a:solidFill>
                  <a:srgbClr val="232A30"/>
                </a:solidFill>
              </a:rPr>
              <a:t>verificar</a:t>
            </a:r>
            <a:r>
              <a:rPr lang="en-US" dirty="0">
                <a:solidFill>
                  <a:srgbClr val="232A30"/>
                </a:solidFill>
              </a:rPr>
              <a:t> el </a:t>
            </a:r>
            <a:r>
              <a:rPr lang="en-US" dirty="0" err="1">
                <a:solidFill>
                  <a:srgbClr val="232A30"/>
                </a:solidFill>
              </a:rPr>
              <a:t>correcto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dirty="0" err="1">
                <a:solidFill>
                  <a:srgbClr val="232A30"/>
                </a:solidFill>
              </a:rPr>
              <a:t>funcionamiento</a:t>
            </a:r>
            <a:r>
              <a:rPr lang="en-US" dirty="0">
                <a:solidFill>
                  <a:srgbClr val="232A30"/>
                </a:solidFill>
              </a:rPr>
              <a:t> del </a:t>
            </a:r>
            <a:r>
              <a:rPr lang="en-US" dirty="0" err="1">
                <a:solidFill>
                  <a:srgbClr val="232A30"/>
                </a:solidFill>
              </a:rPr>
              <a:t>sistema</a:t>
            </a:r>
            <a:r>
              <a:rPr lang="en-US" sz="1400" b="0" dirty="0">
                <a:solidFill>
                  <a:srgbClr val="232A30"/>
                </a:solidFill>
                <a:latin typeface="Arial"/>
              </a:rPr>
              <a:t>.</a:t>
            </a:r>
            <a:r>
              <a:rPr lang="en-US" dirty="0">
                <a:solidFill>
                  <a:srgbClr val="232A30"/>
                </a:solidFill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951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Metodología de trabajo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0F384-E74D-7BCF-FC67-9629BFB08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A44457-E22B-0DF2-2122-D86C317C2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Metodologías del Proyecto</a:t>
            </a:r>
            <a:endParaRPr lang="es-CL" dirty="0"/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63EF2057-45C3-86E7-6BEC-CCB3089ADCEE}"/>
              </a:ext>
            </a:extLst>
          </p:cNvPr>
          <p:cNvSpPr/>
          <p:nvPr/>
        </p:nvSpPr>
        <p:spPr>
          <a:xfrm>
            <a:off x="502920" y="1828800"/>
            <a:ext cx="1572768" cy="1460091"/>
          </a:xfrm>
          <a:prstGeom prst="roundRect">
            <a:avLst/>
          </a:prstGeom>
          <a:solidFill>
            <a:srgbClr val="F6F8FA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837643A-3238-B27C-619B-3D1A84ED40CE}"/>
              </a:ext>
            </a:extLst>
          </p:cNvPr>
          <p:cNvSpPr txBox="1"/>
          <p:nvPr/>
        </p:nvSpPr>
        <p:spPr>
          <a:xfrm>
            <a:off x="501593" y="1938528"/>
            <a:ext cx="1510307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200" b="1">
                <a:solidFill>
                  <a:srgbClr val="1F395B"/>
                </a:solidFill>
                <a:latin typeface="Arial"/>
              </a:rPr>
              <a:t>1. Requerimientos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61240F7-581F-0AAD-177B-F2A51BDAB4BB}"/>
              </a:ext>
            </a:extLst>
          </p:cNvPr>
          <p:cNvSpPr txBox="1"/>
          <p:nvPr/>
        </p:nvSpPr>
        <p:spPr>
          <a:xfrm>
            <a:off x="547977" y="2301338"/>
            <a:ext cx="1455001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1200" b="0" dirty="0" err="1">
                <a:solidFill>
                  <a:srgbClr val="232A30"/>
                </a:solidFill>
                <a:latin typeface="Arial"/>
              </a:rPr>
              <a:t>Definir</a:t>
            </a:r>
            <a:r>
              <a:rPr sz="1200" b="0" dirty="0">
                <a:solidFill>
                  <a:srgbClr val="232A3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232A30"/>
                </a:solidFill>
                <a:latin typeface="Arial"/>
              </a:rPr>
              <a:t>funciones</a:t>
            </a:r>
            <a:r>
              <a:rPr sz="1200" b="0" dirty="0">
                <a:solidFill>
                  <a:srgbClr val="232A30"/>
                </a:solidFill>
                <a:latin typeface="Arial"/>
              </a:rPr>
              <a:t> y </a:t>
            </a:r>
            <a:r>
              <a:rPr sz="1200" b="0" dirty="0" err="1">
                <a:solidFill>
                  <a:srgbClr val="232A30"/>
                </a:solidFill>
                <a:latin typeface="Arial"/>
              </a:rPr>
              <a:t>restricciones</a:t>
            </a:r>
            <a:r>
              <a:rPr sz="1200" b="0" dirty="0">
                <a:solidFill>
                  <a:srgbClr val="232A30"/>
                </a:solidFill>
                <a:latin typeface="Arial"/>
              </a:rPr>
              <a:t>.</a:t>
            </a: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C61E9617-A070-531B-BB57-804937ECFA4A}"/>
              </a:ext>
            </a:extLst>
          </p:cNvPr>
          <p:cNvSpPr/>
          <p:nvPr/>
        </p:nvSpPr>
        <p:spPr>
          <a:xfrm>
            <a:off x="2167128" y="1828800"/>
            <a:ext cx="1572768" cy="1460091"/>
          </a:xfrm>
          <a:prstGeom prst="roundRect">
            <a:avLst/>
          </a:prstGeom>
          <a:solidFill>
            <a:srgbClr val="F6F8FA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F5B42F9-4695-7DED-7BAC-9E6EE0144A4E}"/>
              </a:ext>
            </a:extLst>
          </p:cNvPr>
          <p:cNvSpPr txBox="1"/>
          <p:nvPr/>
        </p:nvSpPr>
        <p:spPr>
          <a:xfrm>
            <a:off x="2165801" y="1938528"/>
            <a:ext cx="1510307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200" b="1">
                <a:solidFill>
                  <a:srgbClr val="1F395B"/>
                </a:solidFill>
                <a:latin typeface="Arial"/>
              </a:rPr>
              <a:t>2. Diseño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704CFA6-C77D-B3D3-2014-3D9C3272F7F0}"/>
              </a:ext>
            </a:extLst>
          </p:cNvPr>
          <p:cNvSpPr txBox="1"/>
          <p:nvPr/>
        </p:nvSpPr>
        <p:spPr>
          <a:xfrm>
            <a:off x="2248761" y="2295070"/>
            <a:ext cx="1455001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b="0" dirty="0">
                <a:solidFill>
                  <a:srgbClr val="232A30"/>
                </a:solidFill>
                <a:latin typeface="Arial"/>
              </a:rPr>
              <a:t>Modelo de </a:t>
            </a:r>
            <a:r>
              <a:rPr lang="en-US" sz="1200" b="0" dirty="0" err="1">
                <a:solidFill>
                  <a:srgbClr val="232A30"/>
                </a:solidFill>
                <a:latin typeface="Arial"/>
              </a:rPr>
              <a:t>datos</a:t>
            </a:r>
            <a:r>
              <a:rPr lang="en-US" sz="1200" b="0" dirty="0">
                <a:solidFill>
                  <a:srgbClr val="232A30"/>
                </a:solidFill>
                <a:latin typeface="Arial"/>
              </a:rPr>
              <a:t>, </a:t>
            </a:r>
            <a:r>
              <a:rPr lang="en-US" sz="1200" b="0" dirty="0" err="1">
                <a:solidFill>
                  <a:srgbClr val="232A30"/>
                </a:solidFill>
                <a:latin typeface="Arial"/>
              </a:rPr>
              <a:t>arquitectura</a:t>
            </a:r>
            <a:r>
              <a:rPr lang="en-US" sz="1200" b="0" dirty="0">
                <a:solidFill>
                  <a:srgbClr val="232A30"/>
                </a:solidFill>
                <a:latin typeface="Arial"/>
              </a:rPr>
              <a:t> MVC e interfaces.</a:t>
            </a:r>
            <a:r>
              <a:rPr lang="en-US" sz="1200" dirty="0">
                <a:solidFill>
                  <a:srgbClr val="232A30"/>
                </a:solidFill>
              </a:rPr>
              <a:t> </a:t>
            </a:r>
            <a:endParaRPr lang="en-US" dirty="0"/>
          </a:p>
        </p:txBody>
      </p:sp>
      <p:sp>
        <p:nvSpPr>
          <p:cNvPr id="13" name="Rounded Rectangle 13">
            <a:extLst>
              <a:ext uri="{FF2B5EF4-FFF2-40B4-BE49-F238E27FC236}">
                <a16:creationId xmlns:a16="http://schemas.microsoft.com/office/drawing/2014/main" id="{0CA1139B-2DEB-FF5A-4B88-5670014ACABB}"/>
              </a:ext>
            </a:extLst>
          </p:cNvPr>
          <p:cNvSpPr/>
          <p:nvPr/>
        </p:nvSpPr>
        <p:spPr>
          <a:xfrm>
            <a:off x="3831336" y="1828800"/>
            <a:ext cx="1572768" cy="1460091"/>
          </a:xfrm>
          <a:prstGeom prst="roundRect">
            <a:avLst/>
          </a:prstGeom>
          <a:solidFill>
            <a:srgbClr val="F6F8FA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AB9DBD5-5EB1-0E80-7A0B-663003D72C1D}"/>
              </a:ext>
            </a:extLst>
          </p:cNvPr>
          <p:cNvSpPr txBox="1"/>
          <p:nvPr/>
        </p:nvSpPr>
        <p:spPr>
          <a:xfrm>
            <a:off x="3830009" y="1938528"/>
            <a:ext cx="1510307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200" b="1">
                <a:solidFill>
                  <a:srgbClr val="1F395B"/>
                </a:solidFill>
                <a:latin typeface="Arial"/>
              </a:rPr>
              <a:t>3. Desarrollo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A28F962-F4B1-68F9-8EAB-96926EF42DE5}"/>
              </a:ext>
            </a:extLst>
          </p:cNvPr>
          <p:cNvSpPr txBox="1"/>
          <p:nvPr/>
        </p:nvSpPr>
        <p:spPr>
          <a:xfrm>
            <a:off x="3912969" y="2289392"/>
            <a:ext cx="1455001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1200" b="0" dirty="0" err="1">
                <a:solidFill>
                  <a:srgbClr val="232A30"/>
                </a:solidFill>
                <a:latin typeface="Arial"/>
              </a:rPr>
              <a:t>Construcción</a:t>
            </a:r>
            <a:r>
              <a:rPr sz="1200" b="0" dirty="0">
                <a:solidFill>
                  <a:srgbClr val="232A30"/>
                </a:solidFill>
                <a:latin typeface="Arial"/>
              </a:rPr>
              <a:t> </a:t>
            </a:r>
            <a:r>
              <a:rPr lang="es-CL" sz="1200" dirty="0">
                <a:solidFill>
                  <a:srgbClr val="232A30"/>
                </a:solidFill>
              </a:rPr>
              <a:t>de </a:t>
            </a:r>
            <a:r>
              <a:rPr lang="es-CL" sz="1200" dirty="0" err="1">
                <a:solidFill>
                  <a:srgbClr val="232A30"/>
                </a:solidFill>
              </a:rPr>
              <a:t>modulos</a:t>
            </a:r>
            <a:r>
              <a:rPr lang="es-CL" sz="1200" dirty="0">
                <a:solidFill>
                  <a:srgbClr val="232A30"/>
                </a:solidFill>
              </a:rPr>
              <a:t> según etapas planificadas</a:t>
            </a:r>
            <a:r>
              <a:rPr sz="1200" b="0" dirty="0">
                <a:solidFill>
                  <a:srgbClr val="232A30"/>
                </a:solidFill>
                <a:latin typeface="Arial"/>
              </a:rPr>
              <a:t>.</a:t>
            </a:r>
          </a:p>
        </p:txBody>
      </p:sp>
      <p:sp>
        <p:nvSpPr>
          <p:cNvPr id="17" name="Rounded Rectangle 17">
            <a:extLst>
              <a:ext uri="{FF2B5EF4-FFF2-40B4-BE49-F238E27FC236}">
                <a16:creationId xmlns:a16="http://schemas.microsoft.com/office/drawing/2014/main" id="{CE02B7A0-C1F7-5C15-0E52-E6335ACB0A0D}"/>
              </a:ext>
            </a:extLst>
          </p:cNvPr>
          <p:cNvSpPr/>
          <p:nvPr/>
        </p:nvSpPr>
        <p:spPr>
          <a:xfrm>
            <a:off x="5495544" y="1828800"/>
            <a:ext cx="1572768" cy="1460091"/>
          </a:xfrm>
          <a:prstGeom prst="roundRect">
            <a:avLst/>
          </a:prstGeom>
          <a:solidFill>
            <a:srgbClr val="F6F8FA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0982EDFC-0CC8-6CDB-F128-BF9C07BC3F6F}"/>
              </a:ext>
            </a:extLst>
          </p:cNvPr>
          <p:cNvSpPr txBox="1"/>
          <p:nvPr/>
        </p:nvSpPr>
        <p:spPr>
          <a:xfrm>
            <a:off x="5494217" y="1938528"/>
            <a:ext cx="1510307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200" b="1">
                <a:solidFill>
                  <a:srgbClr val="1F395B"/>
                </a:solidFill>
                <a:latin typeface="Arial"/>
              </a:rPr>
              <a:t>4. Pruebas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4BA846E-D275-445D-8BF1-FFE27EB895ED}"/>
              </a:ext>
            </a:extLst>
          </p:cNvPr>
          <p:cNvSpPr txBox="1"/>
          <p:nvPr/>
        </p:nvSpPr>
        <p:spPr>
          <a:xfrm>
            <a:off x="5577177" y="2285853"/>
            <a:ext cx="1455001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sz="1200" b="0" dirty="0" err="1">
                <a:solidFill>
                  <a:srgbClr val="232A30"/>
                </a:solidFill>
                <a:latin typeface="Arial"/>
              </a:rPr>
              <a:t>Validación</a:t>
            </a:r>
            <a:r>
              <a:rPr sz="1200" b="0" dirty="0">
                <a:solidFill>
                  <a:srgbClr val="232A30"/>
                </a:solidFill>
                <a:latin typeface="Arial"/>
              </a:rPr>
              <a:t> </a:t>
            </a:r>
            <a:r>
              <a:rPr lang="es-CL" sz="1200" dirty="0">
                <a:solidFill>
                  <a:srgbClr val="232A30"/>
                </a:solidFill>
              </a:rPr>
              <a:t>del sistema y control de errores</a:t>
            </a:r>
            <a:r>
              <a:rPr sz="1200" b="0" dirty="0">
                <a:solidFill>
                  <a:srgbClr val="232A30"/>
                </a:solidFill>
                <a:latin typeface="Arial"/>
              </a:rPr>
              <a:t>.</a:t>
            </a:r>
          </a:p>
        </p:txBody>
      </p:sp>
      <p:sp>
        <p:nvSpPr>
          <p:cNvPr id="21" name="Rounded Rectangle 21">
            <a:extLst>
              <a:ext uri="{FF2B5EF4-FFF2-40B4-BE49-F238E27FC236}">
                <a16:creationId xmlns:a16="http://schemas.microsoft.com/office/drawing/2014/main" id="{F7D71F58-F1B1-EF65-9ACF-3FF05BA8C2FA}"/>
              </a:ext>
            </a:extLst>
          </p:cNvPr>
          <p:cNvSpPr/>
          <p:nvPr/>
        </p:nvSpPr>
        <p:spPr>
          <a:xfrm>
            <a:off x="7159752" y="1828800"/>
            <a:ext cx="1572768" cy="1460091"/>
          </a:xfrm>
          <a:prstGeom prst="roundRect">
            <a:avLst/>
          </a:prstGeom>
          <a:solidFill>
            <a:srgbClr val="F6F8FA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BBAAAB3-8B53-7C61-1356-8C3DE70B7A4C}"/>
              </a:ext>
            </a:extLst>
          </p:cNvPr>
          <p:cNvSpPr txBox="1"/>
          <p:nvPr/>
        </p:nvSpPr>
        <p:spPr>
          <a:xfrm>
            <a:off x="7158425" y="1938528"/>
            <a:ext cx="1510307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200" b="1">
                <a:solidFill>
                  <a:srgbClr val="1F395B"/>
                </a:solidFill>
                <a:latin typeface="Arial"/>
              </a:rPr>
              <a:t>5. Integración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59F1E3F-E3C1-A471-3BEB-E298AE09A24A}"/>
              </a:ext>
            </a:extLst>
          </p:cNvPr>
          <p:cNvSpPr txBox="1"/>
          <p:nvPr/>
        </p:nvSpPr>
        <p:spPr>
          <a:xfrm>
            <a:off x="7278256" y="2274558"/>
            <a:ext cx="1455001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CL" sz="1200" dirty="0">
                <a:solidFill>
                  <a:srgbClr val="232A30"/>
                </a:solidFill>
              </a:rPr>
              <a:t>Implementación, pruebas y documentación </a:t>
            </a:r>
            <a:r>
              <a:rPr lang="es-CL" sz="1200">
                <a:solidFill>
                  <a:srgbClr val="232A30"/>
                </a:solidFill>
              </a:rPr>
              <a:t>técnica</a:t>
            </a:r>
            <a:r>
              <a:rPr lang="es-CL" sz="1200" dirty="0">
                <a:solidFill>
                  <a:srgbClr val="232A30"/>
                </a:solidFill>
              </a:rPr>
              <a:t> final.</a:t>
            </a:r>
            <a:endParaRPr sz="1200" b="0" dirty="0">
              <a:solidFill>
                <a:srgbClr val="232A30"/>
              </a:solidFill>
              <a:latin typeface="Arial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9D067F73-5B49-5317-D0D8-780CEE281947}"/>
              </a:ext>
            </a:extLst>
          </p:cNvPr>
          <p:cNvSpPr txBox="1"/>
          <p:nvPr/>
        </p:nvSpPr>
        <p:spPr>
          <a:xfrm>
            <a:off x="777240" y="4069080"/>
            <a:ext cx="7746958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500" b="1" dirty="0">
                <a:solidFill>
                  <a:srgbClr val="1F395B"/>
                </a:solidFill>
                <a:latin typeface="Arial"/>
              </a:rPr>
              <a:t>Trello: </a:t>
            </a:r>
            <a:r>
              <a:rPr sz="1500" dirty="0" err="1">
                <a:solidFill>
                  <a:srgbClr val="1F395B"/>
                </a:solidFill>
                <a:latin typeface="Arial"/>
              </a:rPr>
              <a:t>seguimiento</a:t>
            </a:r>
            <a:r>
              <a:rPr sz="1500" dirty="0">
                <a:solidFill>
                  <a:srgbClr val="1F395B"/>
                </a:solidFill>
                <a:latin typeface="Arial"/>
              </a:rPr>
              <a:t> Kanban del </a:t>
            </a:r>
            <a:r>
              <a:rPr lang="en-US" sz="1500" dirty="0" err="1">
                <a:solidFill>
                  <a:srgbClr val="1F395B"/>
                </a:solidFill>
              </a:rPr>
              <a:t>trabajo</a:t>
            </a:r>
          </a:p>
          <a:p>
            <a:pPr algn="ctr"/>
            <a:r>
              <a:rPr lang="en-US" sz="1500" b="1" dirty="0">
                <a:solidFill>
                  <a:srgbClr val="1F395B"/>
                </a:solidFill>
              </a:rPr>
              <a:t>Git</a:t>
            </a:r>
            <a:r>
              <a:rPr sz="1500" b="1" dirty="0">
                <a:solidFill>
                  <a:srgbClr val="1F395B"/>
                </a:solidFill>
                <a:latin typeface="Arial"/>
              </a:rPr>
              <a:t>/GitHub</a:t>
            </a:r>
            <a:r>
              <a:rPr sz="1500" dirty="0">
                <a:solidFill>
                  <a:srgbClr val="1F395B"/>
                </a:solidFill>
                <a:latin typeface="Arial"/>
              </a:rPr>
              <a:t>: control de </a:t>
            </a:r>
            <a:r>
              <a:rPr sz="1500" dirty="0" err="1">
                <a:solidFill>
                  <a:srgbClr val="1F395B"/>
                </a:solidFill>
                <a:latin typeface="Arial"/>
              </a:rPr>
              <a:t>versiones</a:t>
            </a:r>
            <a:r>
              <a:rPr sz="1500" dirty="0">
                <a:solidFill>
                  <a:srgbClr val="1F395B"/>
                </a:solidFill>
                <a:latin typeface="Arial"/>
              </a:rPr>
              <a:t> y </a:t>
            </a:r>
            <a:r>
              <a:rPr sz="1500" dirty="0" err="1">
                <a:solidFill>
                  <a:srgbClr val="1F395B"/>
                </a:solidFill>
                <a:latin typeface="Arial"/>
              </a:rPr>
              <a:t>trazabilidad</a:t>
            </a:r>
            <a:endParaRPr lang="en-US" sz="1500" dirty="0">
              <a:solidFill>
                <a:srgbClr val="1F395B"/>
              </a:solidFill>
              <a:latin typeface="Arial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9D0A49E1-C636-8C7B-6712-06F2415AF766}"/>
              </a:ext>
            </a:extLst>
          </p:cNvPr>
          <p:cNvSpPr txBox="1"/>
          <p:nvPr/>
        </p:nvSpPr>
        <p:spPr>
          <a:xfrm>
            <a:off x="960489" y="5290836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400" b="0">
                <a:solidFill>
                  <a:srgbClr val="232A30"/>
                </a:solidFill>
                <a:latin typeface="Arial"/>
              </a:rPr>
              <a:t>El enfoque permite avanzar una funcionalidad a la vez, probarla y dejarla terminada antes de continuar.</a:t>
            </a:r>
          </a:p>
        </p:txBody>
      </p:sp>
      <p:sp>
        <p:nvSpPr>
          <p:cNvPr id="27" name="TextBox 25">
            <a:extLst>
              <a:ext uri="{FF2B5EF4-FFF2-40B4-BE49-F238E27FC236}">
                <a16:creationId xmlns:a16="http://schemas.microsoft.com/office/drawing/2014/main" id="{403F8BEB-F59C-7A73-7ABA-51DB7874FC28}"/>
              </a:ext>
            </a:extLst>
          </p:cNvPr>
          <p:cNvSpPr txBox="1"/>
          <p:nvPr/>
        </p:nvSpPr>
        <p:spPr>
          <a:xfrm>
            <a:off x="694280" y="1303757"/>
            <a:ext cx="7746958" cy="3231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500" b="1" dirty="0" err="1">
                <a:solidFill>
                  <a:srgbClr val="1F395B"/>
                </a:solidFill>
              </a:rPr>
              <a:t>Enfoque</a:t>
            </a:r>
            <a:r>
              <a:rPr lang="en-US" sz="1500" b="1" dirty="0">
                <a:solidFill>
                  <a:srgbClr val="1F395B"/>
                </a:solidFill>
              </a:rPr>
              <a:t> </a:t>
            </a:r>
            <a:r>
              <a:rPr lang="en-US" sz="1500" b="1" dirty="0" err="1">
                <a:solidFill>
                  <a:srgbClr val="1F395B"/>
                </a:solidFill>
              </a:rPr>
              <a:t>ágil</a:t>
            </a:r>
            <a:r>
              <a:rPr lang="en-US" sz="1500" b="1" dirty="0">
                <a:solidFill>
                  <a:srgbClr val="1F395B"/>
                </a:solidFill>
              </a:rPr>
              <a:t> </a:t>
            </a:r>
            <a:r>
              <a:rPr lang="en-US" sz="1500" b="1" dirty="0" err="1">
                <a:solidFill>
                  <a:srgbClr val="1F395B"/>
                </a:solidFill>
              </a:rPr>
              <a:t>iterativo</a:t>
            </a:r>
            <a:r>
              <a:rPr lang="en-US" sz="1500" b="1" dirty="0">
                <a:solidFill>
                  <a:srgbClr val="1F395B"/>
                </a:solidFill>
              </a:rPr>
              <a:t>-incremental Kanban</a:t>
            </a:r>
            <a:endParaRPr lang="en-US" sz="1500" b="1" dirty="0">
              <a:solidFill>
                <a:srgbClr val="1F395B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29479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de trabajo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7663A-9130-DA47-993C-2C2F8DDF8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1F9AAD-1C50-7E68-92BC-05A61F9F3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Plan del Proyecto</a:t>
            </a:r>
            <a:endParaRPr lang="es-CL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D876C1A-8A7B-28A3-92C9-0918CFD233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93154"/>
              </p:ext>
            </p:extLst>
          </p:nvPr>
        </p:nvGraphicFramePr>
        <p:xfrm>
          <a:off x="492688" y="1458553"/>
          <a:ext cx="8167230" cy="498100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19408">
                  <a:extLst>
                    <a:ext uri="{9D8B030D-6E8A-4147-A177-3AD203B41FA5}">
                      <a16:colId xmlns:a16="http://schemas.microsoft.com/office/drawing/2014/main" val="2584524708"/>
                    </a:ext>
                  </a:extLst>
                </a:gridCol>
                <a:gridCol w="1329287">
                  <a:extLst>
                    <a:ext uri="{9D8B030D-6E8A-4147-A177-3AD203B41FA5}">
                      <a16:colId xmlns:a16="http://schemas.microsoft.com/office/drawing/2014/main" val="1560418780"/>
                    </a:ext>
                  </a:extLst>
                </a:gridCol>
                <a:gridCol w="1824954">
                  <a:extLst>
                    <a:ext uri="{9D8B030D-6E8A-4147-A177-3AD203B41FA5}">
                      <a16:colId xmlns:a16="http://schemas.microsoft.com/office/drawing/2014/main" val="589208596"/>
                    </a:ext>
                  </a:extLst>
                </a:gridCol>
                <a:gridCol w="1250431">
                  <a:extLst>
                    <a:ext uri="{9D8B030D-6E8A-4147-A177-3AD203B41FA5}">
                      <a16:colId xmlns:a16="http://schemas.microsoft.com/office/drawing/2014/main" val="1841872102"/>
                    </a:ext>
                  </a:extLst>
                </a:gridCol>
                <a:gridCol w="1013863">
                  <a:extLst>
                    <a:ext uri="{9D8B030D-6E8A-4147-A177-3AD203B41FA5}">
                      <a16:colId xmlns:a16="http://schemas.microsoft.com/office/drawing/2014/main" val="4056373412"/>
                    </a:ext>
                  </a:extLst>
                </a:gridCol>
                <a:gridCol w="1329287">
                  <a:extLst>
                    <a:ext uri="{9D8B030D-6E8A-4147-A177-3AD203B41FA5}">
                      <a16:colId xmlns:a16="http://schemas.microsoft.com/office/drawing/2014/main" val="3125902816"/>
                    </a:ext>
                  </a:extLst>
                </a:gridCol>
              </a:tblGrid>
              <a:tr h="607973"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Competencia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 o </a:t>
                      </a: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unidades</a:t>
                      </a:r>
                      <a:endParaRPr lang="en-US" sz="1000" b="1" i="0" dirty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  <a:p>
                      <a:pPr marL="0" indent="0" algn="ctr" fontAlgn="base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de </a:t>
                      </a: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competencias</a:t>
                      </a:r>
                      <a:endParaRPr lang="en-US" sz="1000" b="1" i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7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9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Nombre de</a:t>
                      </a:r>
                      <a:endParaRPr lang="en-US" sz="1000" b="1" i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  <a:p>
                      <a:pPr marL="0" indent="0" algn="ctr" fontAlgn="base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Actividades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/Tareas</a:t>
                      </a:r>
                      <a:endParaRPr lang="en-US" sz="1000" b="1" i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7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9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Descripción</a:t>
                      </a:r>
                      <a:endParaRPr lang="en-US" sz="1000" b="1" i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  <a:p>
                      <a:pPr marL="0" indent="0" algn="ctr" fontAlgn="base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Actividades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/Tareas</a:t>
                      </a:r>
                      <a:endParaRPr lang="en-US" sz="1000" b="1" i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7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9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Recursos</a:t>
                      </a:r>
                      <a:endParaRPr lang="en-US" sz="1000" b="1" i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7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9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Duración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 de la</a:t>
                      </a:r>
                      <a:endParaRPr lang="en-US" sz="1000" b="1" i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  <a:p>
                      <a:pPr marL="0" indent="0" algn="ctr" fontAlgn="base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actividad</a:t>
                      </a:r>
                      <a:endParaRPr lang="en-US" sz="1000" b="1" i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7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9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Responsable</a:t>
                      </a:r>
                      <a:endParaRPr lang="en-US" sz="1000" b="1" i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7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9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5130"/>
                  </a:ext>
                </a:extLst>
              </a:tr>
              <a:tr h="607973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Análisis</a:t>
                      </a: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 de </a:t>
                      </a: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soluciones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7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Análisis</a:t>
                      </a: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 de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  <a:p>
                      <a:pPr marL="0" indent="0" algn="l" fontAlgn="base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requerimientos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7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Definir</a:t>
                      </a: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requisitos</a:t>
                      </a: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 y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  <a:p>
                      <a:pPr marL="0" indent="0" algn="l" fontAlgn="base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alcance</a:t>
                      </a: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 del SaaS.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7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00" b="0" i="0" u="none" strike="noStrike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Trello,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  <a:p>
                      <a:pPr marL="0" lvl="0" indent="0" algn="l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documentación</a:t>
                      </a:r>
                      <a:endParaRPr lang="en-US" sz="1000" b="0" i="0" dirty="0" err="1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7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s-CL" sz="1000" b="0" i="0" u="none" strike="noStrike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3 semanas</a:t>
                      </a:r>
                      <a:endParaRPr lang="es-CL" sz="1000" b="0" i="0" u="none" strike="noStrike" dirty="0">
                        <a:solidFill>
                          <a:srgbClr val="232A30"/>
                        </a:solidFill>
                        <a:effectLst/>
                        <a:latin typeface="Arial"/>
                      </a:endParaRPr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7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000" b="0" i="0" u="none" strike="noStrike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Matías Castañeda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7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662147"/>
                  </a:ext>
                </a:extLst>
              </a:tr>
              <a:tr h="607973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Construcción</a:t>
                      </a: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 de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  <a:p>
                      <a:pPr marL="0" indent="0" algn="l" fontAlgn="base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modelos</a:t>
                      </a: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 de </a:t>
                      </a: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datos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Diseño</a:t>
                      </a: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 de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  <a:p>
                      <a:pPr marL="0" indent="0" algn="l" fontAlgn="base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base de </a:t>
                      </a: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datos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Diseñar</a:t>
                      </a: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tablas</a:t>
                      </a: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,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  <a:p>
                      <a:pPr marL="0" indent="0" algn="l" fontAlgn="base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relaciones</a:t>
                      </a: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 y </a:t>
                      </a: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restricciones</a:t>
                      </a: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.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00" b="0" i="0" u="none" strike="noStrike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SQL Server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s-CL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1 </a:t>
                      </a:r>
                      <a:r>
                        <a:rPr lang="es-CL" sz="1000" b="0" i="0" u="none" strike="noStrike" noProof="0">
                          <a:solidFill>
                            <a:srgbClr val="232A30"/>
                          </a:solidFill>
                          <a:effectLst/>
                        </a:rPr>
                        <a:t>semana</a:t>
                      </a:r>
                      <a:endParaRPr lang="en-US"/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000" b="0" i="0" u="none" strike="noStrike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Matías Castañeda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088356"/>
                  </a:ext>
                </a:extLst>
              </a:tr>
              <a:tr h="607973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Construcción</a:t>
                      </a: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 del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  <a:p>
                      <a:pPr marL="0" indent="0" algn="l" fontAlgn="base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modelo</a:t>
                      </a: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arquitectónico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Diseño</a:t>
                      </a: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 de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  <a:p>
                      <a:pPr marL="0" indent="0" algn="l" fontAlgn="base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arquitectura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Definir</a:t>
                      </a: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arquitectura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  <a:p>
                      <a:pPr marL="0" indent="0" algn="l" fontAlgn="base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MVC y </a:t>
                      </a: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capas</a:t>
                      </a: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.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00" b="0" i="0" u="none" strike="noStrike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Visual Studio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s-CL" sz="1000" b="0" i="0" u="none" strike="noStrike" noProof="0">
                          <a:solidFill>
                            <a:srgbClr val="232A30"/>
                          </a:solidFill>
                          <a:effectLst/>
                        </a:rPr>
                        <a:t>1 semana</a:t>
                      </a:r>
                      <a:endParaRPr lang="en-US"/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000" b="0" i="0" u="none" strike="noStrike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Matías Castañeda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257862"/>
                  </a:ext>
                </a:extLst>
              </a:tr>
              <a:tr h="682420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000" b="0" i="0" u="none" strike="noStrike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Desarrollo de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  <a:p>
                      <a:pPr marL="0" indent="0" algn="l" fontAlgn="base">
                        <a:buNone/>
                      </a:pPr>
                      <a:r>
                        <a:rPr lang="en-US" sz="1000" b="0" i="0" u="none" strike="noStrike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software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000" b="0" i="0" u="none" strike="noStrike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Desarrollo del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  <a:p>
                      <a:pPr marL="0" indent="0" algn="l" fontAlgn="base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sistema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Implementar</a:t>
                      </a: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módulos</a:t>
                      </a: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 de </a:t>
                      </a: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seguridad</a:t>
                      </a: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, </a:t>
                      </a: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clientes</a:t>
                      </a: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, </a:t>
                      </a: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productos</a:t>
                      </a: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 y </a:t>
                      </a: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empresas</a:t>
                      </a: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.</a:t>
                      </a:r>
                      <a:endParaRPr lang="en-US" sz="1000" b="0" i="0" dirty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232A30"/>
                          </a:solidFill>
                          <a:effectLst/>
                        </a:rPr>
                        <a:t>Visual Studio, SQL Server, Git, GitHub </a:t>
                      </a:r>
                      <a:endParaRPr lang="en-US"/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s-CL" sz="1000" b="0" i="0" u="none" strike="noStrike" noProof="0">
                          <a:solidFill>
                            <a:srgbClr val="232A30"/>
                          </a:solidFill>
                          <a:effectLst/>
                        </a:rPr>
                        <a:t>2 semanas</a:t>
                      </a:r>
                      <a:endParaRPr lang="en-US"/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000" b="0" i="0" u="none" strike="noStrike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Matías Castañeda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723527"/>
                  </a:ext>
                </a:extLst>
              </a:tr>
              <a:tr h="607973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Programación</a:t>
                      </a: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 y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  <a:p>
                      <a:pPr marL="0" indent="0" algn="l" fontAlgn="base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manipulación</a:t>
                      </a: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 de </a:t>
                      </a: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datos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Desarrollo </a:t>
                      </a: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proceso</a:t>
                      </a: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 de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  <a:p>
                      <a:pPr marL="0" indent="0" algn="l" fontAlgn="base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ventas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Implementar</a:t>
                      </a: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proceso</a:t>
                      </a: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 de </a:t>
                      </a: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venta</a:t>
                      </a: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.</a:t>
                      </a:r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232A30"/>
                          </a:solidFill>
                          <a:effectLst/>
                        </a:rPr>
                        <a:t>Visual Studio, SQL Server, Git, GitHub </a:t>
                      </a:r>
                      <a:endParaRPr lang="en-US"/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s-CL" sz="1000" b="0" i="0" u="none" strike="noStrike" noProof="0">
                          <a:solidFill>
                            <a:srgbClr val="232A30"/>
                          </a:solidFill>
                          <a:effectLst/>
                        </a:rPr>
                        <a:t>2 semanas</a:t>
                      </a:r>
                      <a:endParaRPr lang="en-US"/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000" b="0" i="0" u="none" strike="noStrike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Matías Castañeda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77404"/>
                  </a:ext>
                </a:extLst>
              </a:tr>
              <a:tr h="607973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Pruebas</a:t>
                      </a: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 de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  <a:p>
                      <a:pPr marL="0" indent="0" algn="l" fontAlgn="base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certificación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Pruebas</a:t>
                      </a: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 e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  <a:p>
                      <a:pPr marL="0" indent="0" algn="l" fontAlgn="base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integración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Probar</a:t>
                      </a: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funcionalidades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  <a:p>
                      <a:pPr marL="0" indent="0" algn="l" fontAlgn="base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y </a:t>
                      </a: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corregir</a:t>
                      </a: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errores</a:t>
                      </a: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.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232A30"/>
                          </a:solidFill>
                          <a:effectLst/>
                        </a:rPr>
                        <a:t>Visual Studio, </a:t>
                      </a:r>
                      <a:r>
                        <a:rPr lang="en-US" sz="1000" b="0" i="0" u="none" strike="noStrike" noProof="0" dirty="0" err="1">
                          <a:solidFill>
                            <a:srgbClr val="232A30"/>
                          </a:solidFill>
                          <a:effectLst/>
                        </a:rPr>
                        <a:t>navegador</a:t>
                      </a:r>
                      <a:endParaRPr lang="en-US" dirty="0" err="1"/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s-CL" sz="1000" b="0" i="0" u="none" strike="noStrike" noProof="0">
                          <a:solidFill>
                            <a:srgbClr val="232A30"/>
                          </a:solidFill>
                          <a:effectLst/>
                        </a:rPr>
                        <a:t>2 semanas</a:t>
                      </a:r>
                      <a:endParaRPr lang="en-US"/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000" b="0" i="0" u="none" strike="noStrike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Matías Castañeda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483364"/>
                  </a:ext>
                </a:extLst>
              </a:tr>
              <a:tr h="607972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00" b="0" i="0" u="none" strike="noStrike" noProof="0" dirty="0" err="1">
                          <a:solidFill>
                            <a:srgbClr val="232A30"/>
                          </a:solidFill>
                          <a:effectLst/>
                        </a:rPr>
                        <a:t>Implementación</a:t>
                      </a:r>
                      <a:r>
                        <a:rPr lang="en-US" sz="1000" b="0" i="0" u="none" strike="noStrike" noProof="0" dirty="0">
                          <a:solidFill>
                            <a:srgbClr val="232A30"/>
                          </a:solidFill>
                          <a:effectLst/>
                        </a:rPr>
                        <a:t> de </a:t>
                      </a:r>
                      <a:r>
                        <a:rPr lang="en-US" sz="1000" b="0" i="0" u="none" strike="noStrike" noProof="0" dirty="0" err="1">
                          <a:solidFill>
                            <a:srgbClr val="232A30"/>
                          </a:solidFill>
                          <a:effectLst/>
                        </a:rPr>
                        <a:t>soluciones</a:t>
                      </a:r>
                      <a:r>
                        <a:rPr lang="en-US" sz="1000" b="0" i="0" u="none" strike="noStrike" noProof="0" dirty="0">
                          <a:solidFill>
                            <a:srgbClr val="232A30"/>
                          </a:solidFill>
                          <a:effectLst/>
                        </a:rPr>
                        <a:t> </a:t>
                      </a:r>
                      <a:r>
                        <a:rPr lang="en-US" sz="1000" b="0" i="0" u="none" strike="noStrike" noProof="0" dirty="0" err="1">
                          <a:solidFill>
                            <a:srgbClr val="232A30"/>
                          </a:solidFill>
                          <a:effectLst/>
                        </a:rPr>
                        <a:t>sistemáticas</a:t>
                      </a:r>
                      <a:endParaRPr lang="en-US" dirty="0" err="1"/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00" b="0" i="0" u="none" strike="noStrike" noProof="0" dirty="0" err="1">
                          <a:solidFill>
                            <a:srgbClr val="232A30"/>
                          </a:solidFill>
                          <a:effectLst/>
                        </a:rPr>
                        <a:t>Despliegue</a:t>
                      </a:r>
                      <a:r>
                        <a:rPr lang="en-US" sz="1000" b="0" i="0" u="none" strike="noStrike" noProof="0" dirty="0">
                          <a:solidFill>
                            <a:srgbClr val="232A30"/>
                          </a:solidFill>
                          <a:effectLst/>
                        </a:rPr>
                        <a:t> e </a:t>
                      </a:r>
                      <a:r>
                        <a:rPr lang="en-US" sz="1000" b="0" i="0" u="none" strike="noStrike" noProof="0" dirty="0" err="1">
                          <a:solidFill>
                            <a:srgbClr val="232A30"/>
                          </a:solidFill>
                          <a:effectLst/>
                        </a:rPr>
                        <a:t>implementación</a:t>
                      </a:r>
                      <a:endParaRPr lang="en-US" dirty="0" err="1"/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00" b="0" i="0" u="none" strike="noStrike" noProof="0" dirty="0" err="1">
                          <a:solidFill>
                            <a:srgbClr val="232A30"/>
                          </a:solidFill>
                          <a:effectLst/>
                        </a:rPr>
                        <a:t>Configurar</a:t>
                      </a:r>
                      <a:r>
                        <a:rPr lang="en-US" sz="1000" b="0" i="0" u="none" strike="noStrike" noProof="0" dirty="0">
                          <a:solidFill>
                            <a:srgbClr val="232A30"/>
                          </a:solidFill>
                          <a:effectLst/>
                        </a:rPr>
                        <a:t> </a:t>
                      </a:r>
                      <a:r>
                        <a:rPr lang="en-US" sz="1000" b="0" i="0" u="none" strike="noStrike" noProof="0" dirty="0" err="1">
                          <a:solidFill>
                            <a:srgbClr val="232A30"/>
                          </a:solidFill>
                          <a:effectLst/>
                        </a:rPr>
                        <a:t>entorno</a:t>
                      </a:r>
                      <a:r>
                        <a:rPr lang="en-US" sz="1000" b="0" i="0" u="none" strike="noStrike" noProof="0" dirty="0">
                          <a:solidFill>
                            <a:srgbClr val="232A30"/>
                          </a:solidFill>
                          <a:effectLst/>
                        </a:rPr>
                        <a:t> de </a:t>
                      </a:r>
                      <a:r>
                        <a:rPr lang="en-US" sz="1000" b="0" i="0" u="none" strike="noStrike" noProof="0" dirty="0" err="1">
                          <a:solidFill>
                            <a:srgbClr val="232A30"/>
                          </a:solidFill>
                          <a:effectLst/>
                        </a:rPr>
                        <a:t>ejecución</a:t>
                      </a:r>
                      <a:r>
                        <a:rPr lang="en-US" sz="1000" b="0" i="0" u="none" strike="noStrike" noProof="0" dirty="0">
                          <a:solidFill>
                            <a:srgbClr val="232A30"/>
                          </a:solidFill>
                          <a:effectLst/>
                        </a:rPr>
                        <a:t> local, </a:t>
                      </a:r>
                      <a:r>
                        <a:rPr lang="en-US" sz="1000" b="0" i="0" u="none" strike="noStrike" noProof="0" dirty="0" err="1">
                          <a:solidFill>
                            <a:srgbClr val="232A30"/>
                          </a:solidFill>
                          <a:effectLst/>
                        </a:rPr>
                        <a:t>verificar</a:t>
                      </a:r>
                      <a:r>
                        <a:rPr lang="en-US" sz="1000" b="0" i="0" u="none" strike="noStrike" noProof="0" dirty="0">
                          <a:solidFill>
                            <a:srgbClr val="232A30"/>
                          </a:solidFill>
                          <a:effectLst/>
                        </a:rPr>
                        <a:t> </a:t>
                      </a:r>
                      <a:r>
                        <a:rPr lang="en-US" sz="1000" b="0" i="0" u="none" strike="noStrike" noProof="0" dirty="0" err="1">
                          <a:solidFill>
                            <a:srgbClr val="232A30"/>
                          </a:solidFill>
                          <a:effectLst/>
                        </a:rPr>
                        <a:t>puesta</a:t>
                      </a:r>
                      <a:r>
                        <a:rPr lang="en-US" sz="1000" b="0" i="0" u="none" strike="noStrike" noProof="0" dirty="0">
                          <a:solidFill>
                            <a:srgbClr val="232A30"/>
                          </a:solidFill>
                          <a:effectLst/>
                        </a:rPr>
                        <a:t> </a:t>
                      </a:r>
                      <a:r>
                        <a:rPr lang="en-US" sz="1000" b="0" i="0" u="none" strike="noStrike" noProof="0" dirty="0" err="1">
                          <a:solidFill>
                            <a:srgbClr val="232A30"/>
                          </a:solidFill>
                          <a:effectLst/>
                        </a:rPr>
                        <a:t>en</a:t>
                      </a:r>
                      <a:r>
                        <a:rPr lang="en-US" sz="1000" b="0" i="0" u="none" strike="noStrike" noProof="0" dirty="0">
                          <a:solidFill>
                            <a:srgbClr val="232A30"/>
                          </a:solidFill>
                          <a:effectLst/>
                        </a:rPr>
                        <a:t> </a:t>
                      </a:r>
                      <a:r>
                        <a:rPr lang="en-US" sz="1000" b="0" i="0" u="none" strike="noStrike" noProof="0" dirty="0" err="1">
                          <a:solidFill>
                            <a:srgbClr val="232A30"/>
                          </a:solidFill>
                          <a:effectLst/>
                        </a:rPr>
                        <a:t>marcha</a:t>
                      </a:r>
                      <a:r>
                        <a:rPr lang="en-US" sz="1000" b="0" i="0" u="none" strike="noStrike" noProof="0" dirty="0">
                          <a:solidFill>
                            <a:srgbClr val="232A30"/>
                          </a:solidFill>
                          <a:effectLst/>
                        </a:rPr>
                        <a:t> del </a:t>
                      </a:r>
                      <a:r>
                        <a:rPr lang="en-US" sz="1000" b="0" i="0" u="none" strike="noStrike" noProof="0" dirty="0" err="1">
                          <a:solidFill>
                            <a:srgbClr val="232A30"/>
                          </a:solidFill>
                          <a:effectLst/>
                        </a:rPr>
                        <a:t>sistema</a:t>
                      </a:r>
                      <a:r>
                        <a:rPr lang="en-US" sz="1000" b="0" i="0" u="none" strike="noStrike" noProof="0" dirty="0">
                          <a:solidFill>
                            <a:srgbClr val="232A30"/>
                          </a:solidFill>
                          <a:effectLst/>
                        </a:rPr>
                        <a:t> y </a:t>
                      </a:r>
                      <a:r>
                        <a:rPr lang="en-US" sz="1000" b="0" i="0" u="none" strike="noStrike" noProof="0" dirty="0" err="1">
                          <a:solidFill>
                            <a:srgbClr val="232A30"/>
                          </a:solidFill>
                          <a:effectLst/>
                        </a:rPr>
                        <a:t>documentación</a:t>
                      </a:r>
                      <a:r>
                        <a:rPr lang="en-US" sz="1000" b="0" i="0" u="none" strike="noStrike" noProof="0" dirty="0">
                          <a:solidFill>
                            <a:srgbClr val="232A30"/>
                          </a:solidFill>
                          <a:effectLst/>
                        </a:rPr>
                        <a:t> final. </a:t>
                      </a:r>
                      <a:r>
                        <a:rPr lang="en-US" sz="1000" b="0" i="0" u="none" strike="noStrike" dirty="0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.</a:t>
                      </a:r>
                      <a:endParaRPr lang="en-US" dirty="0"/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232A30"/>
                          </a:solidFill>
                          <a:effectLst/>
                          <a:latin typeface="Arial"/>
                          <a:cs typeface="Arial"/>
                        </a:rPr>
                        <a:t>Visual Studio, SQL Server, Microsoft </a:t>
                      </a:r>
                      <a:r>
                        <a:rPr lang="en-US" sz="1000" b="0" i="0" u="none" strike="noStrike" noProof="0">
                          <a:solidFill>
                            <a:srgbClr val="232A30"/>
                          </a:solidFill>
                          <a:effectLst/>
                          <a:latin typeface="Arial"/>
                          <a:cs typeface="Arial"/>
                        </a:rPr>
                        <a:t>Office</a:t>
                      </a:r>
                      <a:r>
                        <a:rPr lang="en-US" sz="1000" b="0" i="0" u="none" strike="noStrike" noProof="0" dirty="0">
                          <a:solidFill>
                            <a:srgbClr val="232A30"/>
                          </a:solidFill>
                          <a:effectLst/>
                        </a:rPr>
                        <a:t> </a:t>
                      </a:r>
                      <a:endParaRPr lang="en-US" dirty="0"/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s-CL" sz="1000" b="0" i="0" u="none" strike="noStrike" noProof="0">
                          <a:solidFill>
                            <a:srgbClr val="232A30"/>
                          </a:solidFill>
                          <a:effectLst/>
                        </a:rPr>
                        <a:t>1 semana</a:t>
                      </a:r>
                      <a:endParaRPr lang="en-US"/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32A30"/>
                          </a:solidFill>
                          <a:effectLst/>
                          <a:latin typeface="Arial"/>
                        </a:rPr>
                        <a:t>Matías Castañeda</a:t>
                      </a:r>
                      <a:endParaRPr lang="en-US" sz="1000" b="0" i="0">
                        <a:solidFill>
                          <a:srgbClr val="172740"/>
                        </a:solidFill>
                        <a:effectLst/>
                        <a:latin typeface="Arial"/>
                      </a:endParaRPr>
                    </a:p>
                  </a:txBody>
                  <a:tcPr marL="34290" marR="34290" marT="20574" marB="20574" anchor="ctr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753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7415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FAF62-B1B0-16D4-A76B-FB7BDDBCF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1F0E5B-CB68-9304-47D6-80E71FC16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Plan del Proyecto</a:t>
            </a:r>
            <a:endParaRPr lang="es-C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8040DC-0986-F3AA-F9D7-6FBF8CAE3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51" y="1710660"/>
            <a:ext cx="8629649" cy="3639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313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Evidencias esperadas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E51AD-221F-68E5-91D7-21E995D3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DDCFA7-2C3F-B7C0-7844-74E37CE63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Evidencias Esperadas del Proyecto</a:t>
            </a:r>
            <a:endParaRPr lang="es-CL" dirty="0"/>
          </a:p>
        </p:txBody>
      </p:sp>
      <p:sp>
        <p:nvSpPr>
          <p:cNvPr id="3" name="Rounded Rectangle 4">
            <a:extLst>
              <a:ext uri="{FF2B5EF4-FFF2-40B4-BE49-F238E27FC236}">
                <a16:creationId xmlns:a16="http://schemas.microsoft.com/office/drawing/2014/main" id="{D46F969A-1968-29B3-B4ED-C721D91FB0F3}"/>
              </a:ext>
            </a:extLst>
          </p:cNvPr>
          <p:cNvSpPr/>
          <p:nvPr/>
        </p:nvSpPr>
        <p:spPr>
          <a:xfrm>
            <a:off x="796044" y="1887425"/>
            <a:ext cx="3657600" cy="1417320"/>
          </a:xfrm>
          <a:prstGeom prst="roundRect">
            <a:avLst/>
          </a:prstGeom>
          <a:solidFill>
            <a:srgbClr val="F6F8FA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39939C98-E491-38EF-7AF2-015D2922CD5F}"/>
              </a:ext>
            </a:extLst>
          </p:cNvPr>
          <p:cNvSpPr txBox="1"/>
          <p:nvPr/>
        </p:nvSpPr>
        <p:spPr>
          <a:xfrm>
            <a:off x="960636" y="1997153"/>
            <a:ext cx="34015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1500" b="1">
                <a:solidFill>
                  <a:srgbClr val="1F395B"/>
                </a:solidFill>
                <a:latin typeface="Arial"/>
              </a:rPr>
              <a:t>Avance · Diseño técnico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035E6EE5-3561-50C7-99CC-3E1BAA9A05A9}"/>
              </a:ext>
            </a:extLst>
          </p:cNvPr>
          <p:cNvSpPr txBox="1"/>
          <p:nvPr/>
        </p:nvSpPr>
        <p:spPr>
          <a:xfrm>
            <a:off x="960636" y="2362913"/>
            <a:ext cx="3401568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1400" b="0">
                <a:solidFill>
                  <a:srgbClr val="232A30"/>
                </a:solidFill>
                <a:latin typeface="Arial"/>
              </a:rPr>
              <a:t>Requerimientos, modelo de datos, arquitectura y planificación del proyecto.</a:t>
            </a: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24F07A6E-17AF-74ED-D33D-6050EDD7D1A0}"/>
              </a:ext>
            </a:extLst>
          </p:cNvPr>
          <p:cNvSpPr/>
          <p:nvPr/>
        </p:nvSpPr>
        <p:spPr>
          <a:xfrm>
            <a:off x="4682244" y="1887425"/>
            <a:ext cx="3657600" cy="1417320"/>
          </a:xfrm>
          <a:prstGeom prst="roundRect">
            <a:avLst/>
          </a:prstGeom>
          <a:solidFill>
            <a:srgbClr val="F6F8FA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48E87379-2791-A1EE-49CD-4C9FB9E226D2}"/>
              </a:ext>
            </a:extLst>
          </p:cNvPr>
          <p:cNvSpPr txBox="1"/>
          <p:nvPr/>
        </p:nvSpPr>
        <p:spPr>
          <a:xfrm>
            <a:off x="4846836" y="1997153"/>
            <a:ext cx="34015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1500" b="1">
                <a:solidFill>
                  <a:srgbClr val="1F395B"/>
                </a:solidFill>
                <a:latin typeface="Arial"/>
              </a:rPr>
              <a:t>Avance · Prototipo funcional</a:t>
            </a: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295EA295-7AC9-7302-5D02-636F158BACEA}"/>
              </a:ext>
            </a:extLst>
          </p:cNvPr>
          <p:cNvSpPr txBox="1"/>
          <p:nvPr/>
        </p:nvSpPr>
        <p:spPr>
          <a:xfrm>
            <a:off x="4828401" y="2326043"/>
            <a:ext cx="3420003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sz="1400" b="0" dirty="0" err="1">
                <a:solidFill>
                  <a:srgbClr val="232A30"/>
                </a:solidFill>
                <a:latin typeface="Arial"/>
              </a:rPr>
              <a:t>Estructura</a:t>
            </a:r>
            <a:r>
              <a:rPr sz="1400" b="0" dirty="0">
                <a:solidFill>
                  <a:srgbClr val="232A30"/>
                </a:solidFill>
                <a:latin typeface="Arial"/>
              </a:rPr>
              <a:t> de la </a:t>
            </a:r>
            <a:r>
              <a:rPr sz="1400" b="0" dirty="0" err="1">
                <a:solidFill>
                  <a:srgbClr val="232A30"/>
                </a:solidFill>
                <a:latin typeface="Arial"/>
              </a:rPr>
              <a:t>solución</a:t>
            </a:r>
            <a:r>
              <a:rPr sz="1400" b="0" dirty="0">
                <a:solidFill>
                  <a:srgbClr val="232A30"/>
                </a:solidFill>
                <a:latin typeface="Arial"/>
              </a:rPr>
              <a:t> y primeros </a:t>
            </a:r>
            <a:r>
              <a:rPr sz="1400" b="0" dirty="0" err="1">
                <a:solidFill>
                  <a:srgbClr val="232A30"/>
                </a:solidFill>
                <a:latin typeface="Arial"/>
              </a:rPr>
              <a:t>módulos</a:t>
            </a:r>
            <a:r>
              <a:rPr sz="1400" b="0" dirty="0">
                <a:solidFill>
                  <a:srgbClr val="232A3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232A30"/>
                </a:solidFill>
                <a:latin typeface="Arial"/>
              </a:rPr>
              <a:t>implementados</a:t>
            </a:r>
            <a:r>
              <a:rPr sz="1400" b="0" dirty="0">
                <a:solidFill>
                  <a:srgbClr val="232A30"/>
                </a:solidFill>
                <a:latin typeface="Arial"/>
              </a:rPr>
              <a:t> </a:t>
            </a:r>
            <a:r>
              <a:rPr lang="en-US" dirty="0">
                <a:solidFill>
                  <a:srgbClr val="232A30"/>
                </a:solidFill>
              </a:rPr>
              <a:t>y </a:t>
            </a:r>
            <a:r>
              <a:rPr lang="en-US" dirty="0" err="1">
                <a:solidFill>
                  <a:srgbClr val="232A30"/>
                </a:solidFill>
              </a:rPr>
              <a:t>demostrables</a:t>
            </a:r>
            <a:r>
              <a:rPr sz="1400" b="0" dirty="0">
                <a:solidFill>
                  <a:srgbClr val="232A30"/>
                </a:solidFill>
                <a:latin typeface="Arial"/>
              </a:rPr>
              <a:t>.</a:t>
            </a:r>
          </a:p>
        </p:txBody>
      </p:sp>
      <p:sp>
        <p:nvSpPr>
          <p:cNvPr id="11" name="Rounded Rectangle 12">
            <a:extLst>
              <a:ext uri="{FF2B5EF4-FFF2-40B4-BE49-F238E27FC236}">
                <a16:creationId xmlns:a16="http://schemas.microsoft.com/office/drawing/2014/main" id="{62CBE55C-5E69-21BE-B065-FD6481D7C4CD}"/>
              </a:ext>
            </a:extLst>
          </p:cNvPr>
          <p:cNvSpPr/>
          <p:nvPr/>
        </p:nvSpPr>
        <p:spPr>
          <a:xfrm>
            <a:off x="796044" y="3716225"/>
            <a:ext cx="3657600" cy="1417320"/>
          </a:xfrm>
          <a:prstGeom prst="roundRect">
            <a:avLst/>
          </a:prstGeom>
          <a:solidFill>
            <a:srgbClr val="F6F8FA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F29F6416-189E-DDB2-C9F2-8695EF68C020}"/>
              </a:ext>
            </a:extLst>
          </p:cNvPr>
          <p:cNvSpPr txBox="1"/>
          <p:nvPr/>
        </p:nvSpPr>
        <p:spPr>
          <a:xfrm>
            <a:off x="960636" y="3825953"/>
            <a:ext cx="34015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1500" b="1">
                <a:solidFill>
                  <a:srgbClr val="1F395B"/>
                </a:solidFill>
                <a:latin typeface="Arial"/>
              </a:rPr>
              <a:t>Final · MVP SaaS de Ventas</a:t>
            </a:r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B1EF9D0D-E663-AD99-E840-B2A9CBA96BFE}"/>
              </a:ext>
            </a:extLst>
          </p:cNvPr>
          <p:cNvSpPr txBox="1"/>
          <p:nvPr/>
        </p:nvSpPr>
        <p:spPr>
          <a:xfrm>
            <a:off x="960636" y="4108753"/>
            <a:ext cx="3401568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400" b="0" dirty="0">
                <a:solidFill>
                  <a:srgbClr val="232A30"/>
                </a:solidFill>
                <a:latin typeface="Arial"/>
              </a:rPr>
              <a:t>Sistema </a:t>
            </a:r>
            <a:r>
              <a:rPr lang="en-US" sz="1400" b="0" dirty="0" err="1">
                <a:solidFill>
                  <a:srgbClr val="232A30"/>
                </a:solidFill>
                <a:latin typeface="Arial"/>
              </a:rPr>
              <a:t>integrado</a:t>
            </a:r>
            <a:r>
              <a:rPr lang="en-US" sz="1400" b="0" dirty="0">
                <a:solidFill>
                  <a:srgbClr val="232A30"/>
                </a:solidFill>
                <a:latin typeface="Arial"/>
              </a:rPr>
              <a:t> con </a:t>
            </a:r>
            <a:r>
              <a:rPr lang="en-US" dirty="0" err="1">
                <a:solidFill>
                  <a:srgbClr val="232A30"/>
                </a:solidFill>
              </a:rPr>
              <a:t>módulos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dirty="0" err="1">
                <a:solidFill>
                  <a:srgbClr val="232A30"/>
                </a:solidFill>
              </a:rPr>
              <a:t>terminados</a:t>
            </a:r>
            <a:r>
              <a:rPr lang="en-US" dirty="0">
                <a:solidFill>
                  <a:srgbClr val="232A30"/>
                </a:solidFill>
              </a:rPr>
              <a:t> de </a:t>
            </a:r>
            <a:r>
              <a:rPr lang="en-US" sz="1400" b="0" dirty="0" err="1">
                <a:solidFill>
                  <a:srgbClr val="232A30"/>
                </a:solidFill>
                <a:latin typeface="Arial"/>
              </a:rPr>
              <a:t>seguridad</a:t>
            </a:r>
            <a:r>
              <a:rPr lang="en-US" sz="1400" b="0" dirty="0">
                <a:solidFill>
                  <a:srgbClr val="232A30"/>
                </a:solidFill>
                <a:latin typeface="Arial"/>
              </a:rPr>
              <a:t>, </a:t>
            </a:r>
            <a:r>
              <a:rPr lang="en-US" sz="1400" b="0" dirty="0" err="1">
                <a:solidFill>
                  <a:srgbClr val="232A30"/>
                </a:solidFill>
                <a:latin typeface="Arial"/>
              </a:rPr>
              <a:t>clientes</a:t>
            </a:r>
            <a:r>
              <a:rPr lang="en-US" sz="1400" b="0" dirty="0">
                <a:solidFill>
                  <a:srgbClr val="232A30"/>
                </a:solidFill>
                <a:latin typeface="Arial"/>
              </a:rPr>
              <a:t>, </a:t>
            </a:r>
            <a:r>
              <a:rPr lang="en-US" sz="1400" b="0" dirty="0" err="1">
                <a:solidFill>
                  <a:srgbClr val="232A30"/>
                </a:solidFill>
                <a:latin typeface="Arial"/>
              </a:rPr>
              <a:t>productos</a:t>
            </a:r>
            <a:r>
              <a:rPr lang="en-US" dirty="0">
                <a:solidFill>
                  <a:srgbClr val="232A30"/>
                </a:solidFill>
              </a:rPr>
              <a:t>, </a:t>
            </a:r>
            <a:r>
              <a:rPr lang="en-US" dirty="0" err="1">
                <a:solidFill>
                  <a:srgbClr val="232A30"/>
                </a:solidFill>
              </a:rPr>
              <a:t>empresas</a:t>
            </a:r>
            <a:r>
              <a:rPr lang="en-US" sz="1400" b="0" dirty="0">
                <a:solidFill>
                  <a:srgbClr val="232A30"/>
                </a:solidFill>
                <a:latin typeface="Arial"/>
              </a:rPr>
              <a:t> </a:t>
            </a:r>
            <a:r>
              <a:rPr lang="en-US" dirty="0">
                <a:solidFill>
                  <a:srgbClr val="232A30"/>
                </a:solidFill>
              </a:rPr>
              <a:t>y</a:t>
            </a:r>
            <a:r>
              <a:rPr lang="en-US" sz="1400" b="0" dirty="0">
                <a:solidFill>
                  <a:srgbClr val="232A30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232A30"/>
                </a:solidFill>
              </a:rPr>
              <a:t>proceso</a:t>
            </a:r>
            <a:r>
              <a:rPr lang="en-US" dirty="0">
                <a:solidFill>
                  <a:srgbClr val="232A30"/>
                </a:solidFill>
              </a:rPr>
              <a:t> de </a:t>
            </a:r>
            <a:r>
              <a:rPr lang="en-US" sz="1400" b="0" dirty="0" err="1">
                <a:solidFill>
                  <a:srgbClr val="232A30"/>
                </a:solidFill>
                <a:latin typeface="Arial"/>
              </a:rPr>
              <a:t>ventas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dirty="0" err="1">
                <a:solidFill>
                  <a:srgbClr val="232A30"/>
                </a:solidFill>
              </a:rPr>
              <a:t>implementado</a:t>
            </a:r>
            <a:r>
              <a:rPr lang="en-US" sz="1400" b="0" dirty="0">
                <a:solidFill>
                  <a:srgbClr val="232A30"/>
                </a:solidFill>
                <a:latin typeface="Arial"/>
              </a:rPr>
              <a:t>.</a:t>
            </a:r>
            <a:r>
              <a:rPr lang="en-US" dirty="0">
                <a:solidFill>
                  <a:srgbClr val="232A30"/>
                </a:solidFill>
              </a:rPr>
              <a:t> </a:t>
            </a:r>
            <a:endParaRPr lang="en-US" dirty="0"/>
          </a:p>
        </p:txBody>
      </p:sp>
      <p:sp>
        <p:nvSpPr>
          <p:cNvPr id="15" name="Rounded Rectangle 16">
            <a:extLst>
              <a:ext uri="{FF2B5EF4-FFF2-40B4-BE49-F238E27FC236}">
                <a16:creationId xmlns:a16="http://schemas.microsoft.com/office/drawing/2014/main" id="{703A7A05-B695-341B-F4A8-E3567F0779E7}"/>
              </a:ext>
            </a:extLst>
          </p:cNvPr>
          <p:cNvSpPr/>
          <p:nvPr/>
        </p:nvSpPr>
        <p:spPr>
          <a:xfrm>
            <a:off x="4682244" y="3716225"/>
            <a:ext cx="3657600" cy="1417320"/>
          </a:xfrm>
          <a:prstGeom prst="roundRect">
            <a:avLst/>
          </a:prstGeom>
          <a:solidFill>
            <a:srgbClr val="F6F8FA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17" name="TextBox 18">
            <a:extLst>
              <a:ext uri="{FF2B5EF4-FFF2-40B4-BE49-F238E27FC236}">
                <a16:creationId xmlns:a16="http://schemas.microsoft.com/office/drawing/2014/main" id="{6C9D2C58-B853-E703-13C3-CF2A6B363389}"/>
              </a:ext>
            </a:extLst>
          </p:cNvPr>
          <p:cNvSpPr txBox="1"/>
          <p:nvPr/>
        </p:nvSpPr>
        <p:spPr>
          <a:xfrm>
            <a:off x="4846836" y="3825953"/>
            <a:ext cx="34015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1500" b="1">
                <a:solidFill>
                  <a:srgbClr val="1F395B"/>
                </a:solidFill>
                <a:latin typeface="Arial"/>
              </a:rPr>
              <a:t>Final · Pruebas y documentación</a:t>
            </a:r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048479F2-8F1F-5C84-B996-B4BB873EFB8A}"/>
              </a:ext>
            </a:extLst>
          </p:cNvPr>
          <p:cNvSpPr txBox="1"/>
          <p:nvPr/>
        </p:nvSpPr>
        <p:spPr>
          <a:xfrm>
            <a:off x="4846836" y="4191713"/>
            <a:ext cx="3401568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 err="1">
                <a:solidFill>
                  <a:srgbClr val="232A30"/>
                </a:solidFill>
              </a:rPr>
              <a:t>Evidencias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sz="1400" b="0" dirty="0">
                <a:solidFill>
                  <a:srgbClr val="232A30"/>
                </a:solidFill>
                <a:latin typeface="Arial"/>
              </a:rPr>
              <a:t>de </a:t>
            </a:r>
            <a:r>
              <a:rPr lang="en-US" dirty="0" err="1">
                <a:solidFill>
                  <a:srgbClr val="232A30"/>
                </a:solidFill>
              </a:rPr>
              <a:t>pruebas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sz="1400" b="0" dirty="0">
                <a:solidFill>
                  <a:srgbClr val="232A30"/>
                </a:solidFill>
                <a:latin typeface="Arial"/>
              </a:rPr>
              <a:t>y </a:t>
            </a:r>
            <a:r>
              <a:rPr lang="en-US" dirty="0" err="1">
                <a:solidFill>
                  <a:srgbClr val="232A30"/>
                </a:solidFill>
              </a:rPr>
              <a:t>documentación</a:t>
            </a:r>
            <a:r>
              <a:rPr lang="en-US" dirty="0">
                <a:solidFill>
                  <a:srgbClr val="232A30"/>
                </a:solidFill>
              </a:rPr>
              <a:t> </a:t>
            </a:r>
            <a:r>
              <a:rPr lang="en-US" dirty="0" err="1">
                <a:solidFill>
                  <a:srgbClr val="232A30"/>
                </a:solidFill>
              </a:rPr>
              <a:t>técnica</a:t>
            </a:r>
            <a:r>
              <a:rPr lang="en-US" dirty="0">
                <a:solidFill>
                  <a:srgbClr val="232A30"/>
                </a:solidFill>
              </a:rPr>
              <a:t> del </a:t>
            </a:r>
            <a:r>
              <a:rPr lang="en-US" dirty="0" err="1">
                <a:solidFill>
                  <a:srgbClr val="232A30"/>
                </a:solidFill>
              </a:rPr>
              <a:t>sistema</a:t>
            </a:r>
            <a:r>
              <a:rPr lang="en-US" sz="1400" b="0" dirty="0">
                <a:solidFill>
                  <a:srgbClr val="232A30"/>
                </a:solidFill>
                <a:latin typeface="Arial"/>
              </a:rPr>
              <a:t>.</a:t>
            </a:r>
            <a:r>
              <a:rPr lang="en-US" dirty="0">
                <a:solidFill>
                  <a:srgbClr val="232A30"/>
                </a:solidFill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532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>
            <a:spLocks noGrp="1"/>
          </p:cNvSpPr>
          <p:nvPr>
            <p:ph type="title"/>
          </p:nvPr>
        </p:nvSpPr>
        <p:spPr>
          <a:xfrm>
            <a:off x="3004575" y="3476149"/>
            <a:ext cx="5995800" cy="245942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dirty="0"/>
            </a:br>
            <a:r>
              <a:rPr lang="en-US" dirty="0" err="1"/>
              <a:t>Preguntas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47992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DUOC 2">
      <a:dk1>
        <a:srgbClr val="172740"/>
      </a:dk1>
      <a:lt1>
        <a:srgbClr val="FFFFFF"/>
      </a:lt1>
      <a:dk2>
        <a:srgbClr val="81888F"/>
      </a:dk2>
      <a:lt2>
        <a:srgbClr val="FBC842"/>
      </a:lt2>
      <a:accent1>
        <a:srgbClr val="DE3075"/>
      </a:accent1>
      <a:accent2>
        <a:srgbClr val="702785"/>
      </a:accent2>
      <a:accent3>
        <a:srgbClr val="BDD503"/>
      </a:accent3>
      <a:accent4>
        <a:srgbClr val="00A0DE"/>
      </a:accent4>
      <a:accent5>
        <a:srgbClr val="FA742C"/>
      </a:accent5>
      <a:accent6>
        <a:srgbClr val="AE0F0F"/>
      </a:accent6>
      <a:hlink>
        <a:srgbClr val="723714"/>
      </a:hlink>
      <a:folHlink>
        <a:srgbClr val="6B79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spcFirstLastPara="1" wrap="square" lIns="91425" tIns="45700" rIns="91425" bIns="45700" anchor="t" anchorCtr="0">
        <a:noAutofit/>
      </a:bodyPr>
      <a:lstStyle>
        <a:defPPr algn="l">
          <a:defRPr sz="2400" dirty="0"/>
        </a:defPPr>
      </a:lstStyle>
    </a:tx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22f9391-964b-48b6-b3b0-13a7ac8a75d6" xsi:nil="true"/>
    <lcf76f155ced4ddcb4097134ff3c332f xmlns="c2ef7064-63f7-4dcd-87f2-3580cf294d1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A490DE1D59CF8418FDA5A26334C9654" ma:contentTypeVersion="13" ma:contentTypeDescription="Crear nuevo documento." ma:contentTypeScope="" ma:versionID="0947c955fb93921eafb35975722a95d7">
  <xsd:schema xmlns:xsd="http://www.w3.org/2001/XMLSchema" xmlns:xs="http://www.w3.org/2001/XMLSchema" xmlns:p="http://schemas.microsoft.com/office/2006/metadata/properties" xmlns:ns2="c2ef7064-63f7-4dcd-87f2-3580cf294d1c" xmlns:ns3="322f9391-964b-48b6-b3b0-13a7ac8a75d6" targetNamespace="http://schemas.microsoft.com/office/2006/metadata/properties" ma:root="true" ma:fieldsID="7a1f18c72603c702d1675a48c9701c9d" ns2:_="" ns3:_="">
    <xsd:import namespace="c2ef7064-63f7-4dcd-87f2-3580cf294d1c"/>
    <xsd:import namespace="322f9391-964b-48b6-b3b0-13a7ac8a75d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ef7064-63f7-4dcd-87f2-3580cf294d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Etiquetas de imagen" ma:readOnly="false" ma:fieldId="{5cf76f15-5ced-4ddc-b409-7134ff3c332f}" ma:taxonomyMulti="true" ma:sspId="e2f773bf-f00b-42a6-8b07-050935be22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2f9391-964b-48b6-b3b0-13a7ac8a75d6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f117467f-38fe-41e0-8cfe-bab1e1047489}" ma:internalName="TaxCatchAll" ma:showField="CatchAllData" ma:web="322f9391-964b-48b6-b3b0-13a7ac8a75d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AB9B302-04BE-4B27-B4FA-2CC6AEBC618B}">
  <ds:schemaRefs>
    <ds:schemaRef ds:uri="http://schemas.microsoft.com/office/2006/metadata/properties"/>
    <ds:schemaRef ds:uri="http://schemas.microsoft.com/office/infopath/2007/PartnerControls"/>
    <ds:schemaRef ds:uri="322f9391-964b-48b6-b3b0-13a7ac8a75d6"/>
    <ds:schemaRef ds:uri="c2ef7064-63f7-4dcd-87f2-3580cf294d1c"/>
  </ds:schemaRefs>
</ds:datastoreItem>
</file>

<file path=customXml/itemProps2.xml><?xml version="1.0" encoding="utf-8"?>
<ds:datastoreItem xmlns:ds="http://schemas.openxmlformats.org/officeDocument/2006/customXml" ds:itemID="{6512106B-37BE-4C1E-AB26-C55B17FF37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2ef7064-63f7-4dcd-87f2-3580cf294d1c"/>
    <ds:schemaRef ds:uri="322f9391-964b-48b6-b3b0-13a7ac8a75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85E63E6-39DE-4245-B876-44236A6402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5785</TotalTime>
  <Words>87</Words>
  <Application>Microsoft Office PowerPoint</Application>
  <PresentationFormat>On-screen Show (4:3)</PresentationFormat>
  <Paragraphs>16</Paragraphs>
  <Slides>17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Tema de Office</vt:lpstr>
      <vt:lpstr>  Fase1 Proyecto APT   Docente: Reginaldo Salinas Bruna Grupo Nº: IN002 Integrantes: Matías Castañeda</vt:lpstr>
      <vt:lpstr>Descripción breve del proyecto APT</vt:lpstr>
      <vt:lpstr>Descripción del proyecto</vt:lpstr>
      <vt:lpstr>Relación con el perfil de egreso</vt:lpstr>
      <vt:lpstr>Relación con Perfil</vt:lpstr>
      <vt:lpstr>Factibilidad del proyecto en la asignatura</vt:lpstr>
      <vt:lpstr>Factibilidad del Proyecto</vt:lpstr>
      <vt:lpstr>Objetivos del proyecto</vt:lpstr>
      <vt:lpstr>Objetivos del Proyecto</vt:lpstr>
      <vt:lpstr>Metodología de trabajo</vt:lpstr>
      <vt:lpstr>Metodologías del Proyecto</vt:lpstr>
      <vt:lpstr>Plan de trabajo</vt:lpstr>
      <vt:lpstr>Plan del Proyecto</vt:lpstr>
      <vt:lpstr>Plan del Proyecto</vt:lpstr>
      <vt:lpstr>Evidencias esperadas</vt:lpstr>
      <vt:lpstr>Evidencias Esperadas del Proyecto</vt:lpstr>
      <vt:lpstr> Preguntas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Ingeniería de Software</dc:title>
  <dc:creator>Victor Rodrigo Galaz Silva</dc:creator>
  <cp:lastModifiedBy>office365rg3</cp:lastModifiedBy>
  <cp:revision>644</cp:revision>
  <dcterms:created xsi:type="dcterms:W3CDTF">2020-01-19T17:40:32Z</dcterms:created>
  <dcterms:modified xsi:type="dcterms:W3CDTF">2026-08-31T17:36:01Z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0x0101006A490DE1D59CF8418FDA5A26334C9654</vt:lpwstr>
  </property>
</Properties>
</file>